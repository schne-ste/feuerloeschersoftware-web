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01" r:id="rId6"/>
    <p:sldId id="302" r:id="rId7"/>
    <p:sldId id="303" r:id="rId8"/>
  </p:sldIdLst>
  <p:sldSz cx="9906000" cy="6858000" type="A4"/>
  <p:notesSz cx="9872663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1D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uerwehr Wallern" userId="718642cc-cf8f-47aa-b2d5-2b9247008d5c" providerId="ADAL" clId="{1DF7EE58-7D32-4FE6-A8A3-E33051F17EF0}"/>
    <pc:docChg chg="custSel addSld delSld modSld">
      <pc:chgData name="Feuerwehr Wallern" userId="718642cc-cf8f-47aa-b2d5-2b9247008d5c" providerId="ADAL" clId="{1DF7EE58-7D32-4FE6-A8A3-E33051F17EF0}" dt="2020-09-26T05:08:18.895" v="113" actId="2696"/>
      <pc:docMkLst>
        <pc:docMk/>
      </pc:docMkLst>
      <pc:sldChg chg="del">
        <pc:chgData name="Feuerwehr Wallern" userId="718642cc-cf8f-47aa-b2d5-2b9247008d5c" providerId="ADAL" clId="{1DF7EE58-7D32-4FE6-A8A3-E33051F17EF0}" dt="2020-09-26T05:08:18.801" v="97" actId="2696"/>
        <pc:sldMkLst>
          <pc:docMk/>
          <pc:sldMk cId="2125752111" sldId="257"/>
        </pc:sldMkLst>
      </pc:sldChg>
      <pc:sldChg chg="del">
        <pc:chgData name="Feuerwehr Wallern" userId="718642cc-cf8f-47aa-b2d5-2b9247008d5c" providerId="ADAL" clId="{1DF7EE58-7D32-4FE6-A8A3-E33051F17EF0}" dt="2020-09-26T05:08:18.801" v="98" actId="2696"/>
        <pc:sldMkLst>
          <pc:docMk/>
          <pc:sldMk cId="820175500" sldId="258"/>
        </pc:sldMkLst>
      </pc:sldChg>
      <pc:sldChg chg="del">
        <pc:chgData name="Feuerwehr Wallern" userId="718642cc-cf8f-47aa-b2d5-2b9247008d5c" providerId="ADAL" clId="{1DF7EE58-7D32-4FE6-A8A3-E33051F17EF0}" dt="2020-09-26T05:08:18.817" v="99" actId="2696"/>
        <pc:sldMkLst>
          <pc:docMk/>
          <pc:sldMk cId="1390288890" sldId="259"/>
        </pc:sldMkLst>
      </pc:sldChg>
      <pc:sldChg chg="del">
        <pc:chgData name="Feuerwehr Wallern" userId="718642cc-cf8f-47aa-b2d5-2b9247008d5c" providerId="ADAL" clId="{1DF7EE58-7D32-4FE6-A8A3-E33051F17EF0}" dt="2020-09-26T05:08:18.817" v="100" actId="2696"/>
        <pc:sldMkLst>
          <pc:docMk/>
          <pc:sldMk cId="1163464408" sldId="260"/>
        </pc:sldMkLst>
      </pc:sldChg>
      <pc:sldChg chg="del">
        <pc:chgData name="Feuerwehr Wallern" userId="718642cc-cf8f-47aa-b2d5-2b9247008d5c" providerId="ADAL" clId="{1DF7EE58-7D32-4FE6-A8A3-E33051F17EF0}" dt="2020-09-26T05:08:18.817" v="101" actId="2696"/>
        <pc:sldMkLst>
          <pc:docMk/>
          <pc:sldMk cId="954208260" sldId="261"/>
        </pc:sldMkLst>
      </pc:sldChg>
      <pc:sldChg chg="del">
        <pc:chgData name="Feuerwehr Wallern" userId="718642cc-cf8f-47aa-b2d5-2b9247008d5c" providerId="ADAL" clId="{1DF7EE58-7D32-4FE6-A8A3-E33051F17EF0}" dt="2020-09-26T05:08:18.833" v="102" actId="2696"/>
        <pc:sldMkLst>
          <pc:docMk/>
          <pc:sldMk cId="1573665760" sldId="262"/>
        </pc:sldMkLst>
      </pc:sldChg>
      <pc:sldChg chg="del">
        <pc:chgData name="Feuerwehr Wallern" userId="718642cc-cf8f-47aa-b2d5-2b9247008d5c" providerId="ADAL" clId="{1DF7EE58-7D32-4FE6-A8A3-E33051F17EF0}" dt="2020-09-26T05:08:18.833" v="103" actId="2696"/>
        <pc:sldMkLst>
          <pc:docMk/>
          <pc:sldMk cId="2742201548" sldId="263"/>
        </pc:sldMkLst>
      </pc:sldChg>
      <pc:sldChg chg="del">
        <pc:chgData name="Feuerwehr Wallern" userId="718642cc-cf8f-47aa-b2d5-2b9247008d5c" providerId="ADAL" clId="{1DF7EE58-7D32-4FE6-A8A3-E33051F17EF0}" dt="2020-09-26T05:08:18.848" v="104" actId="2696"/>
        <pc:sldMkLst>
          <pc:docMk/>
          <pc:sldMk cId="1119580740" sldId="264"/>
        </pc:sldMkLst>
      </pc:sldChg>
      <pc:sldChg chg="del">
        <pc:chgData name="Feuerwehr Wallern" userId="718642cc-cf8f-47aa-b2d5-2b9247008d5c" providerId="ADAL" clId="{1DF7EE58-7D32-4FE6-A8A3-E33051F17EF0}" dt="2020-09-26T05:08:18.848" v="105" actId="2696"/>
        <pc:sldMkLst>
          <pc:docMk/>
          <pc:sldMk cId="3657184743" sldId="265"/>
        </pc:sldMkLst>
      </pc:sldChg>
      <pc:sldChg chg="del">
        <pc:chgData name="Feuerwehr Wallern" userId="718642cc-cf8f-47aa-b2d5-2b9247008d5c" providerId="ADAL" clId="{1DF7EE58-7D32-4FE6-A8A3-E33051F17EF0}" dt="2020-09-26T05:08:18.848" v="106" actId="2696"/>
        <pc:sldMkLst>
          <pc:docMk/>
          <pc:sldMk cId="555838632" sldId="266"/>
        </pc:sldMkLst>
      </pc:sldChg>
      <pc:sldChg chg="del">
        <pc:chgData name="Feuerwehr Wallern" userId="718642cc-cf8f-47aa-b2d5-2b9247008d5c" providerId="ADAL" clId="{1DF7EE58-7D32-4FE6-A8A3-E33051F17EF0}" dt="2020-09-26T05:08:18.864" v="107" actId="2696"/>
        <pc:sldMkLst>
          <pc:docMk/>
          <pc:sldMk cId="3335709576" sldId="267"/>
        </pc:sldMkLst>
      </pc:sldChg>
      <pc:sldChg chg="del">
        <pc:chgData name="Feuerwehr Wallern" userId="718642cc-cf8f-47aa-b2d5-2b9247008d5c" providerId="ADAL" clId="{1DF7EE58-7D32-4FE6-A8A3-E33051F17EF0}" dt="2020-09-26T05:08:18.864" v="108" actId="2696"/>
        <pc:sldMkLst>
          <pc:docMk/>
          <pc:sldMk cId="3266130218" sldId="268"/>
        </pc:sldMkLst>
      </pc:sldChg>
      <pc:sldChg chg="del">
        <pc:chgData name="Feuerwehr Wallern" userId="718642cc-cf8f-47aa-b2d5-2b9247008d5c" providerId="ADAL" clId="{1DF7EE58-7D32-4FE6-A8A3-E33051F17EF0}" dt="2020-09-26T05:08:18.864" v="109" actId="2696"/>
        <pc:sldMkLst>
          <pc:docMk/>
          <pc:sldMk cId="2090751054" sldId="269"/>
        </pc:sldMkLst>
      </pc:sldChg>
      <pc:sldChg chg="del">
        <pc:chgData name="Feuerwehr Wallern" userId="718642cc-cf8f-47aa-b2d5-2b9247008d5c" providerId="ADAL" clId="{1DF7EE58-7D32-4FE6-A8A3-E33051F17EF0}" dt="2020-09-26T05:08:18.879" v="110" actId="2696"/>
        <pc:sldMkLst>
          <pc:docMk/>
          <pc:sldMk cId="203426271" sldId="270"/>
        </pc:sldMkLst>
      </pc:sldChg>
      <pc:sldChg chg="del">
        <pc:chgData name="Feuerwehr Wallern" userId="718642cc-cf8f-47aa-b2d5-2b9247008d5c" providerId="ADAL" clId="{1DF7EE58-7D32-4FE6-A8A3-E33051F17EF0}" dt="2020-09-26T05:08:18.879" v="111" actId="2696"/>
        <pc:sldMkLst>
          <pc:docMk/>
          <pc:sldMk cId="2661317038" sldId="271"/>
        </pc:sldMkLst>
      </pc:sldChg>
      <pc:sldChg chg="del">
        <pc:chgData name="Feuerwehr Wallern" userId="718642cc-cf8f-47aa-b2d5-2b9247008d5c" providerId="ADAL" clId="{1DF7EE58-7D32-4FE6-A8A3-E33051F17EF0}" dt="2020-09-26T05:08:18.879" v="112" actId="2696"/>
        <pc:sldMkLst>
          <pc:docMk/>
          <pc:sldMk cId="3373849223" sldId="272"/>
        </pc:sldMkLst>
      </pc:sldChg>
      <pc:sldChg chg="del">
        <pc:chgData name="Feuerwehr Wallern" userId="718642cc-cf8f-47aa-b2d5-2b9247008d5c" providerId="ADAL" clId="{1DF7EE58-7D32-4FE6-A8A3-E33051F17EF0}" dt="2020-09-26T05:08:18.895" v="113" actId="2696"/>
        <pc:sldMkLst>
          <pc:docMk/>
          <pc:sldMk cId="987004557" sldId="273"/>
        </pc:sldMkLst>
      </pc:sldChg>
      <pc:sldChg chg="addSp delSp modSp">
        <pc:chgData name="Feuerwehr Wallern" userId="718642cc-cf8f-47aa-b2d5-2b9247008d5c" providerId="ADAL" clId="{1DF7EE58-7D32-4FE6-A8A3-E33051F17EF0}" dt="2020-09-25T17:57:59.283" v="5" actId="20577"/>
        <pc:sldMkLst>
          <pc:docMk/>
          <pc:sldMk cId="2954733940" sldId="287"/>
        </pc:sldMkLst>
        <pc:spChg chg="del">
          <ac:chgData name="Feuerwehr Wallern" userId="718642cc-cf8f-47aa-b2d5-2b9247008d5c" providerId="ADAL" clId="{1DF7EE58-7D32-4FE6-A8A3-E33051F17EF0}" dt="2020-09-25T17:57:52.252" v="0" actId="478"/>
          <ac:spMkLst>
            <pc:docMk/>
            <pc:sldMk cId="2954733940" sldId="287"/>
            <ac:spMk id="2" creationId="{00000000-0000-0000-0000-000000000000}"/>
          </ac:spMkLst>
        </pc:spChg>
        <pc:spChg chg="add mod">
          <ac:chgData name="Feuerwehr Wallern" userId="718642cc-cf8f-47aa-b2d5-2b9247008d5c" providerId="ADAL" clId="{1DF7EE58-7D32-4FE6-A8A3-E33051F17EF0}" dt="2020-09-25T17:57:59.283" v="5" actId="20577"/>
          <ac:spMkLst>
            <pc:docMk/>
            <pc:sldMk cId="2954733940" sldId="287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7:58:07.376" v="10" actId="20577"/>
        <pc:sldMkLst>
          <pc:docMk/>
          <pc:sldMk cId="3793170899" sldId="288"/>
        </pc:sldMkLst>
        <pc:spChg chg="mod">
          <ac:chgData name="Feuerwehr Wallern" userId="718642cc-cf8f-47aa-b2d5-2b9247008d5c" providerId="ADAL" clId="{1DF7EE58-7D32-4FE6-A8A3-E33051F17EF0}" dt="2020-09-25T17:58:07.376" v="10" actId="20577"/>
          <ac:spMkLst>
            <pc:docMk/>
            <pc:sldMk cId="3793170899" sldId="288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7:58:16.860" v="15" actId="20577"/>
        <pc:sldMkLst>
          <pc:docMk/>
          <pc:sldMk cId="1176448126" sldId="289"/>
        </pc:sldMkLst>
        <pc:spChg chg="mod">
          <ac:chgData name="Feuerwehr Wallern" userId="718642cc-cf8f-47aa-b2d5-2b9247008d5c" providerId="ADAL" clId="{1DF7EE58-7D32-4FE6-A8A3-E33051F17EF0}" dt="2020-09-25T17:58:16.860" v="15" actId="20577"/>
          <ac:spMkLst>
            <pc:docMk/>
            <pc:sldMk cId="1176448126" sldId="289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00.142" v="28" actId="20577"/>
        <pc:sldMkLst>
          <pc:docMk/>
          <pc:sldMk cId="1756249968" sldId="290"/>
        </pc:sldMkLst>
        <pc:spChg chg="mod">
          <ac:chgData name="Feuerwehr Wallern" userId="718642cc-cf8f-47aa-b2d5-2b9247008d5c" providerId="ADAL" clId="{1DF7EE58-7D32-4FE6-A8A3-E33051F17EF0}" dt="2020-09-25T18:32:00.142" v="28" actId="20577"/>
          <ac:spMkLst>
            <pc:docMk/>
            <pc:sldMk cId="1756249968" sldId="290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07.790" v="33" actId="20577"/>
        <pc:sldMkLst>
          <pc:docMk/>
          <pc:sldMk cId="3072594954" sldId="291"/>
        </pc:sldMkLst>
        <pc:spChg chg="mod">
          <ac:chgData name="Feuerwehr Wallern" userId="718642cc-cf8f-47aa-b2d5-2b9247008d5c" providerId="ADAL" clId="{1DF7EE58-7D32-4FE6-A8A3-E33051F17EF0}" dt="2020-09-25T18:32:07.790" v="33" actId="20577"/>
          <ac:spMkLst>
            <pc:docMk/>
            <pc:sldMk cId="3072594954" sldId="291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15.430" v="38" actId="20577"/>
        <pc:sldMkLst>
          <pc:docMk/>
          <pc:sldMk cId="678309431" sldId="292"/>
        </pc:sldMkLst>
        <pc:spChg chg="mod">
          <ac:chgData name="Feuerwehr Wallern" userId="718642cc-cf8f-47aa-b2d5-2b9247008d5c" providerId="ADAL" clId="{1DF7EE58-7D32-4FE6-A8A3-E33051F17EF0}" dt="2020-09-25T18:32:15.430" v="38" actId="20577"/>
          <ac:spMkLst>
            <pc:docMk/>
            <pc:sldMk cId="678309431" sldId="292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22.270" v="43" actId="20577"/>
        <pc:sldMkLst>
          <pc:docMk/>
          <pc:sldMk cId="2099597170" sldId="293"/>
        </pc:sldMkLst>
        <pc:spChg chg="mod">
          <ac:chgData name="Feuerwehr Wallern" userId="718642cc-cf8f-47aa-b2d5-2b9247008d5c" providerId="ADAL" clId="{1DF7EE58-7D32-4FE6-A8A3-E33051F17EF0}" dt="2020-09-25T18:32:22.270" v="43" actId="20577"/>
          <ac:spMkLst>
            <pc:docMk/>
            <pc:sldMk cId="2099597170" sldId="293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29.302" v="48" actId="20577"/>
        <pc:sldMkLst>
          <pc:docMk/>
          <pc:sldMk cId="3345972224" sldId="294"/>
        </pc:sldMkLst>
        <pc:spChg chg="mod">
          <ac:chgData name="Feuerwehr Wallern" userId="718642cc-cf8f-47aa-b2d5-2b9247008d5c" providerId="ADAL" clId="{1DF7EE58-7D32-4FE6-A8A3-E33051F17EF0}" dt="2020-09-25T18:32:29.302" v="48" actId="20577"/>
          <ac:spMkLst>
            <pc:docMk/>
            <pc:sldMk cId="3345972224" sldId="294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37.838" v="57" actId="20577"/>
        <pc:sldMkLst>
          <pc:docMk/>
          <pc:sldMk cId="3715582185" sldId="295"/>
        </pc:sldMkLst>
        <pc:spChg chg="mod">
          <ac:chgData name="Feuerwehr Wallern" userId="718642cc-cf8f-47aa-b2d5-2b9247008d5c" providerId="ADAL" clId="{1DF7EE58-7D32-4FE6-A8A3-E33051F17EF0}" dt="2020-09-25T18:32:37.838" v="57" actId="20577"/>
          <ac:spMkLst>
            <pc:docMk/>
            <pc:sldMk cId="3715582185" sldId="295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45.791" v="62" actId="20577"/>
        <pc:sldMkLst>
          <pc:docMk/>
          <pc:sldMk cId="4210198236" sldId="296"/>
        </pc:sldMkLst>
        <pc:spChg chg="mod">
          <ac:chgData name="Feuerwehr Wallern" userId="718642cc-cf8f-47aa-b2d5-2b9247008d5c" providerId="ADAL" clId="{1DF7EE58-7D32-4FE6-A8A3-E33051F17EF0}" dt="2020-09-25T18:32:45.791" v="62" actId="20577"/>
          <ac:spMkLst>
            <pc:docMk/>
            <pc:sldMk cId="4210198236" sldId="296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52.062" v="67" actId="20577"/>
        <pc:sldMkLst>
          <pc:docMk/>
          <pc:sldMk cId="641480740" sldId="297"/>
        </pc:sldMkLst>
        <pc:spChg chg="mod">
          <ac:chgData name="Feuerwehr Wallern" userId="718642cc-cf8f-47aa-b2d5-2b9247008d5c" providerId="ADAL" clId="{1DF7EE58-7D32-4FE6-A8A3-E33051F17EF0}" dt="2020-09-25T18:32:52.062" v="67" actId="20577"/>
          <ac:spMkLst>
            <pc:docMk/>
            <pc:sldMk cId="641480740" sldId="297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2:58.406" v="72" actId="20577"/>
        <pc:sldMkLst>
          <pc:docMk/>
          <pc:sldMk cId="586820674" sldId="298"/>
        </pc:sldMkLst>
        <pc:spChg chg="mod">
          <ac:chgData name="Feuerwehr Wallern" userId="718642cc-cf8f-47aa-b2d5-2b9247008d5c" providerId="ADAL" clId="{1DF7EE58-7D32-4FE6-A8A3-E33051F17EF0}" dt="2020-09-25T18:32:58.406" v="72" actId="20577"/>
          <ac:spMkLst>
            <pc:docMk/>
            <pc:sldMk cId="586820674" sldId="298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3:11.206" v="77" actId="20577"/>
        <pc:sldMkLst>
          <pc:docMk/>
          <pc:sldMk cId="941615846" sldId="299"/>
        </pc:sldMkLst>
        <pc:spChg chg="mod">
          <ac:chgData name="Feuerwehr Wallern" userId="718642cc-cf8f-47aa-b2d5-2b9247008d5c" providerId="ADAL" clId="{1DF7EE58-7D32-4FE6-A8A3-E33051F17EF0}" dt="2020-09-25T18:33:11.206" v="77" actId="20577"/>
          <ac:spMkLst>
            <pc:docMk/>
            <pc:sldMk cId="941615846" sldId="299"/>
            <ac:spMk id="4" creationId="{DBDB1E4C-ABEE-4687-A2D6-6188FBCCE681}"/>
          </ac:spMkLst>
        </pc:spChg>
      </pc:sldChg>
      <pc:sldChg chg="modSp add">
        <pc:chgData name="Feuerwehr Wallern" userId="718642cc-cf8f-47aa-b2d5-2b9247008d5c" providerId="ADAL" clId="{1DF7EE58-7D32-4FE6-A8A3-E33051F17EF0}" dt="2020-09-25T18:33:23.727" v="96" actId="20577"/>
        <pc:sldMkLst>
          <pc:docMk/>
          <pc:sldMk cId="3225933994" sldId="300"/>
        </pc:sldMkLst>
        <pc:spChg chg="mod">
          <ac:chgData name="Feuerwehr Wallern" userId="718642cc-cf8f-47aa-b2d5-2b9247008d5c" providerId="ADAL" clId="{1DF7EE58-7D32-4FE6-A8A3-E33051F17EF0}" dt="2020-09-25T18:33:23.727" v="96" actId="20577"/>
          <ac:spMkLst>
            <pc:docMk/>
            <pc:sldMk cId="3225933994" sldId="300"/>
            <ac:spMk id="4" creationId="{DBDB1E4C-ABEE-4687-A2D6-6188FBCCE681}"/>
          </ac:spMkLst>
        </pc:spChg>
      </pc:sldChg>
    </pc:docChg>
  </pc:docChgLst>
  <pc:docChgLst>
    <pc:chgData name="Feuerwehr Wallern" userId="718642cc-cf8f-47aa-b2d5-2b9247008d5c" providerId="ADAL" clId="{3DFCF2DB-56D3-4B25-84BA-CD777E586B6F}"/>
    <pc:docChg chg="delSld modSld">
      <pc:chgData name="Feuerwehr Wallern" userId="718642cc-cf8f-47aa-b2d5-2b9247008d5c" providerId="ADAL" clId="{3DFCF2DB-56D3-4B25-84BA-CD777E586B6F}" dt="2020-09-23T15:48:51.192" v="29" actId="2696"/>
      <pc:docMkLst>
        <pc:docMk/>
      </pc:docMkLst>
      <pc:sldChg chg="addSp modSp">
        <pc:chgData name="Feuerwehr Wallern" userId="718642cc-cf8f-47aa-b2d5-2b9247008d5c" providerId="ADAL" clId="{3DFCF2DB-56D3-4B25-84BA-CD777E586B6F}" dt="2020-09-22T17:22:14.303" v="28" actId="1076"/>
        <pc:sldMkLst>
          <pc:docMk/>
          <pc:sldMk cId="3469963153" sldId="256"/>
        </pc:sldMkLst>
        <pc:spChg chg="add mod">
          <ac:chgData name="Feuerwehr Wallern" userId="718642cc-cf8f-47aa-b2d5-2b9247008d5c" providerId="ADAL" clId="{3DFCF2DB-56D3-4B25-84BA-CD777E586B6F}" dt="2020-09-22T17:22:09.688" v="26" actId="1076"/>
          <ac:spMkLst>
            <pc:docMk/>
            <pc:sldMk cId="3469963153" sldId="256"/>
            <ac:spMk id="11" creationId="{9993A4BC-564F-4A5D-A283-A18E753F11EC}"/>
          </ac:spMkLst>
        </pc:spChg>
        <pc:spChg chg="add mod">
          <ac:chgData name="Feuerwehr Wallern" userId="718642cc-cf8f-47aa-b2d5-2b9247008d5c" providerId="ADAL" clId="{3DFCF2DB-56D3-4B25-84BA-CD777E586B6F}" dt="2020-09-22T17:22:14.303" v="28" actId="1076"/>
          <ac:spMkLst>
            <pc:docMk/>
            <pc:sldMk cId="3469963153" sldId="256"/>
            <ac:spMk id="12" creationId="{8DB97FAB-EB30-43EB-969A-66F612089A2F}"/>
          </ac:spMkLst>
        </pc:spChg>
      </pc:sldChg>
      <pc:sldChg chg="del">
        <pc:chgData name="Feuerwehr Wallern" userId="718642cc-cf8f-47aa-b2d5-2b9247008d5c" providerId="ADAL" clId="{3DFCF2DB-56D3-4B25-84BA-CD777E586B6F}" dt="2020-09-23T15:48:51.192" v="29" actId="2696"/>
        <pc:sldMkLst>
          <pc:docMk/>
          <pc:sldMk cId="1312510118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993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627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969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339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936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898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4383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427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5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968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8361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517D2-85EB-4A80-AC58-5B8386CE342C}" type="datetimeFigureOut">
              <a:rPr lang="de-AT" smtClean="0"/>
              <a:t>10.04.2026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128B3-19E3-43DC-B7D0-400755799B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3263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C74AAB0-481A-410D-B16C-BFB94CB9706D}"/>
              </a:ext>
            </a:extLst>
          </p:cNvPr>
          <p:cNvSpPr/>
          <p:nvPr/>
        </p:nvSpPr>
        <p:spPr>
          <a:xfrm>
            <a:off x="265814" y="191386"/>
            <a:ext cx="9409814" cy="6464595"/>
          </a:xfrm>
          <a:prstGeom prst="rect">
            <a:avLst/>
          </a:prstGeom>
          <a:noFill/>
          <a:ln w="127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81AD5E-1BC3-47EF-9A53-68083CD53FBE}"/>
              </a:ext>
            </a:extLst>
          </p:cNvPr>
          <p:cNvSpPr txBox="1"/>
          <p:nvPr/>
        </p:nvSpPr>
        <p:spPr>
          <a:xfrm>
            <a:off x="0" y="-29827"/>
            <a:ext cx="9906000" cy="359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AT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Überprüfungskosten</a:t>
            </a:r>
            <a:endParaRPr lang="de-AT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de-AT" sz="8000" dirty="0"/>
              <a:t>        € je Löscher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603" y="3780178"/>
            <a:ext cx="2650235" cy="26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63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97E43E4-D2BB-49F0-870D-C7DA7410DB93}"/>
              </a:ext>
            </a:extLst>
          </p:cNvPr>
          <p:cNvSpPr/>
          <p:nvPr/>
        </p:nvSpPr>
        <p:spPr>
          <a:xfrm>
            <a:off x="219919" y="200967"/>
            <a:ext cx="9479666" cy="6439319"/>
          </a:xfrm>
          <a:prstGeom prst="rect">
            <a:avLst/>
          </a:prstGeom>
          <a:noFill/>
          <a:ln w="190500">
            <a:solidFill>
              <a:srgbClr val="E81D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286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32" y="2839031"/>
            <a:ext cx="3477136" cy="349077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0E39DE0-C76A-498E-8F5D-91A955DEA9E7}"/>
              </a:ext>
            </a:extLst>
          </p:cNvPr>
          <p:cNvSpPr txBox="1"/>
          <p:nvPr/>
        </p:nvSpPr>
        <p:spPr>
          <a:xfrm>
            <a:off x="1" y="328344"/>
            <a:ext cx="9906000" cy="2510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715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Annahme</a:t>
            </a:r>
            <a:endParaRPr lang="de-AT" sz="1571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399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97E43E4-D2BB-49F0-870D-C7DA7410DB93}"/>
              </a:ext>
            </a:extLst>
          </p:cNvPr>
          <p:cNvSpPr/>
          <p:nvPr/>
        </p:nvSpPr>
        <p:spPr>
          <a:xfrm>
            <a:off x="219919" y="200967"/>
            <a:ext cx="9479666" cy="6439319"/>
          </a:xfrm>
          <a:prstGeom prst="rect">
            <a:avLst/>
          </a:prstGeom>
          <a:noFill/>
          <a:ln w="190500">
            <a:solidFill>
              <a:srgbClr val="E81D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286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E39DE0-C76A-498E-8F5D-91A955DEA9E7}"/>
              </a:ext>
            </a:extLst>
          </p:cNvPr>
          <p:cNvSpPr txBox="1"/>
          <p:nvPr/>
        </p:nvSpPr>
        <p:spPr>
          <a:xfrm>
            <a:off x="0" y="328344"/>
            <a:ext cx="9906000" cy="2510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715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Ausgabe</a:t>
            </a:r>
            <a:endParaRPr lang="de-AT" sz="1571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32" y="2839031"/>
            <a:ext cx="3477136" cy="349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2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5A58-1284-6277-C85E-613E2B06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7085DD6-3057-FFEC-9BFE-1D48E5BD2DF6}"/>
              </a:ext>
            </a:extLst>
          </p:cNvPr>
          <p:cNvSpPr txBox="1"/>
          <p:nvPr/>
        </p:nvSpPr>
        <p:spPr>
          <a:xfrm>
            <a:off x="0" y="0"/>
            <a:ext cx="990599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9900" b="1" dirty="0"/>
              <a:t>ID</a:t>
            </a:r>
          </a:p>
          <a:p>
            <a:pPr algn="ctr"/>
            <a:r>
              <a:rPr lang="de-AT" sz="19900" b="1" dirty="0"/>
              <a:t>-</a:t>
            </a:r>
            <a:endParaRPr lang="de-AT" sz="23900" b="1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1382650-BFF9-D0A7-EA80-966BB0EA63AD}"/>
              </a:ext>
            </a:extLst>
          </p:cNvPr>
          <p:cNvSpPr/>
          <p:nvPr/>
        </p:nvSpPr>
        <p:spPr>
          <a:xfrm>
            <a:off x="265814" y="191386"/>
            <a:ext cx="9409814" cy="6464595"/>
          </a:xfrm>
          <a:prstGeom prst="rect">
            <a:avLst/>
          </a:prstGeom>
          <a:noFill/>
          <a:ln w="1270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859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AFBE7267A267543B727E911F813E965" ma:contentTypeVersion="7" ma:contentTypeDescription="Ein neues Dokument erstellen." ma:contentTypeScope="" ma:versionID="363c7014d3b413d763f099b9f679aa70">
  <xsd:schema xmlns:xsd="http://www.w3.org/2001/XMLSchema" xmlns:xs="http://www.w3.org/2001/XMLSchema" xmlns:p="http://schemas.microsoft.com/office/2006/metadata/properties" xmlns:ns2="5e628b3f-b38c-48f4-8733-272641f99b14" targetNamespace="http://schemas.microsoft.com/office/2006/metadata/properties" ma:root="true" ma:fieldsID="42cae8211bfee65259dd7171e132c932" ns2:_="">
    <xsd:import namespace="5e628b3f-b38c-48f4-8733-272641f99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28b3f-b38c-48f4-8733-272641f99b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B55222-F127-4A21-9AB0-F27BDCA960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B81CD8-63B6-4579-99B1-A621C924B5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28b3f-b38c-48f4-8733-272641f99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B9E904-5BAB-4A99-99DE-8C73F577B4C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5e628b3f-b38c-48f4-8733-272641f99b14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</Words>
  <Application>Microsoft Office PowerPoint</Application>
  <PresentationFormat>A4-Papier (210 x 297 mm)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Feuerwehr Wallern</dc:creator>
  <cp:lastModifiedBy>Schriftführer</cp:lastModifiedBy>
  <cp:revision>21</cp:revision>
  <cp:lastPrinted>2020-09-26T05:08:37Z</cp:lastPrinted>
  <dcterms:created xsi:type="dcterms:W3CDTF">2020-09-22T17:14:06Z</dcterms:created>
  <dcterms:modified xsi:type="dcterms:W3CDTF">2026-04-10T14:19:20Z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0x0101000AFBE7267A267543B727E911F813E965</vt:lpwstr>
  </property>
</Properties>
</file>