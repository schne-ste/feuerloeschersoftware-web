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sldIdLst>
    <p:sldId id="256" r:id="rId5"/>
    <p:sldId id="301" r:id="rId6"/>
    <p:sldId id="302" r:id="rId7"/>
    <p:sldId id="303" r:id="rId8"/>
    <p:sldId id="275" r:id="rId9"/>
    <p:sldId id="276" r:id="rId10"/>
    <p:sldId id="277" r:id="rId11"/>
    <p:sldId id="278" r:id="rId12"/>
    <p:sldId id="279" r:id="rId13"/>
    <p:sldId id="280" r:id="rId14"/>
    <p:sldId id="281" r:id="rId15"/>
    <p:sldId id="282" r:id="rId16"/>
    <p:sldId id="283" r:id="rId17"/>
    <p:sldId id="284" r:id="rId18"/>
    <p:sldId id="285" r:id="rId19"/>
    <p:sldId id="286" r:id="rId20"/>
    <p:sldId id="287" r:id="rId21"/>
    <p:sldId id="288" r:id="rId22"/>
    <p:sldId id="289" r:id="rId23"/>
    <p:sldId id="290" r:id="rId24"/>
    <p:sldId id="291" r:id="rId25"/>
    <p:sldId id="292" r:id="rId26"/>
    <p:sldId id="293" r:id="rId27"/>
    <p:sldId id="294" r:id="rId28"/>
    <p:sldId id="295" r:id="rId29"/>
    <p:sldId id="296" r:id="rId30"/>
    <p:sldId id="297" r:id="rId31"/>
    <p:sldId id="298" r:id="rId32"/>
    <p:sldId id="299" r:id="rId33"/>
    <p:sldId id="300" r:id="rId34"/>
  </p:sldIdLst>
  <p:sldSz cx="9906000" cy="6858000" type="A4"/>
  <p:notesSz cx="9872663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81D2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4" autoAdjust="0"/>
    <p:restoredTop sz="94660"/>
  </p:normalViewPr>
  <p:slideViewPr>
    <p:cSldViewPr snapToGrid="0">
      <p:cViewPr varScale="1">
        <p:scale>
          <a:sx n="127" d="100"/>
          <a:sy n="127" d="100"/>
        </p:scale>
        <p:origin x="6132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microsoft.com/office/2016/11/relationships/changesInfo" Target="changesInfos/changesInfo1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presProps" Target="pres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uerwehr Wallern" userId="718642cc-cf8f-47aa-b2d5-2b9247008d5c" providerId="ADAL" clId="{1DF7EE58-7D32-4FE6-A8A3-E33051F17EF0}"/>
    <pc:docChg chg="custSel addSld delSld modSld">
      <pc:chgData name="Feuerwehr Wallern" userId="718642cc-cf8f-47aa-b2d5-2b9247008d5c" providerId="ADAL" clId="{1DF7EE58-7D32-4FE6-A8A3-E33051F17EF0}" dt="2020-09-26T05:08:18.895" v="113" actId="2696"/>
      <pc:docMkLst>
        <pc:docMk/>
      </pc:docMkLst>
      <pc:sldChg chg="del">
        <pc:chgData name="Feuerwehr Wallern" userId="718642cc-cf8f-47aa-b2d5-2b9247008d5c" providerId="ADAL" clId="{1DF7EE58-7D32-4FE6-A8A3-E33051F17EF0}" dt="2020-09-26T05:08:18.801" v="97" actId="2696"/>
        <pc:sldMkLst>
          <pc:docMk/>
          <pc:sldMk cId="2125752111" sldId="257"/>
        </pc:sldMkLst>
      </pc:sldChg>
      <pc:sldChg chg="del">
        <pc:chgData name="Feuerwehr Wallern" userId="718642cc-cf8f-47aa-b2d5-2b9247008d5c" providerId="ADAL" clId="{1DF7EE58-7D32-4FE6-A8A3-E33051F17EF0}" dt="2020-09-26T05:08:18.801" v="98" actId="2696"/>
        <pc:sldMkLst>
          <pc:docMk/>
          <pc:sldMk cId="820175500" sldId="258"/>
        </pc:sldMkLst>
      </pc:sldChg>
      <pc:sldChg chg="del">
        <pc:chgData name="Feuerwehr Wallern" userId="718642cc-cf8f-47aa-b2d5-2b9247008d5c" providerId="ADAL" clId="{1DF7EE58-7D32-4FE6-A8A3-E33051F17EF0}" dt="2020-09-26T05:08:18.817" v="99" actId="2696"/>
        <pc:sldMkLst>
          <pc:docMk/>
          <pc:sldMk cId="1390288890" sldId="259"/>
        </pc:sldMkLst>
      </pc:sldChg>
      <pc:sldChg chg="del">
        <pc:chgData name="Feuerwehr Wallern" userId="718642cc-cf8f-47aa-b2d5-2b9247008d5c" providerId="ADAL" clId="{1DF7EE58-7D32-4FE6-A8A3-E33051F17EF0}" dt="2020-09-26T05:08:18.817" v="100" actId="2696"/>
        <pc:sldMkLst>
          <pc:docMk/>
          <pc:sldMk cId="1163464408" sldId="260"/>
        </pc:sldMkLst>
      </pc:sldChg>
      <pc:sldChg chg="del">
        <pc:chgData name="Feuerwehr Wallern" userId="718642cc-cf8f-47aa-b2d5-2b9247008d5c" providerId="ADAL" clId="{1DF7EE58-7D32-4FE6-A8A3-E33051F17EF0}" dt="2020-09-26T05:08:18.817" v="101" actId="2696"/>
        <pc:sldMkLst>
          <pc:docMk/>
          <pc:sldMk cId="954208260" sldId="261"/>
        </pc:sldMkLst>
      </pc:sldChg>
      <pc:sldChg chg="del">
        <pc:chgData name="Feuerwehr Wallern" userId="718642cc-cf8f-47aa-b2d5-2b9247008d5c" providerId="ADAL" clId="{1DF7EE58-7D32-4FE6-A8A3-E33051F17EF0}" dt="2020-09-26T05:08:18.833" v="102" actId="2696"/>
        <pc:sldMkLst>
          <pc:docMk/>
          <pc:sldMk cId="1573665760" sldId="262"/>
        </pc:sldMkLst>
      </pc:sldChg>
      <pc:sldChg chg="del">
        <pc:chgData name="Feuerwehr Wallern" userId="718642cc-cf8f-47aa-b2d5-2b9247008d5c" providerId="ADAL" clId="{1DF7EE58-7D32-4FE6-A8A3-E33051F17EF0}" dt="2020-09-26T05:08:18.833" v="103" actId="2696"/>
        <pc:sldMkLst>
          <pc:docMk/>
          <pc:sldMk cId="2742201548" sldId="263"/>
        </pc:sldMkLst>
      </pc:sldChg>
      <pc:sldChg chg="del">
        <pc:chgData name="Feuerwehr Wallern" userId="718642cc-cf8f-47aa-b2d5-2b9247008d5c" providerId="ADAL" clId="{1DF7EE58-7D32-4FE6-A8A3-E33051F17EF0}" dt="2020-09-26T05:08:18.848" v="104" actId="2696"/>
        <pc:sldMkLst>
          <pc:docMk/>
          <pc:sldMk cId="1119580740" sldId="264"/>
        </pc:sldMkLst>
      </pc:sldChg>
      <pc:sldChg chg="del">
        <pc:chgData name="Feuerwehr Wallern" userId="718642cc-cf8f-47aa-b2d5-2b9247008d5c" providerId="ADAL" clId="{1DF7EE58-7D32-4FE6-A8A3-E33051F17EF0}" dt="2020-09-26T05:08:18.848" v="105" actId="2696"/>
        <pc:sldMkLst>
          <pc:docMk/>
          <pc:sldMk cId="3657184743" sldId="265"/>
        </pc:sldMkLst>
      </pc:sldChg>
      <pc:sldChg chg="del">
        <pc:chgData name="Feuerwehr Wallern" userId="718642cc-cf8f-47aa-b2d5-2b9247008d5c" providerId="ADAL" clId="{1DF7EE58-7D32-4FE6-A8A3-E33051F17EF0}" dt="2020-09-26T05:08:18.848" v="106" actId="2696"/>
        <pc:sldMkLst>
          <pc:docMk/>
          <pc:sldMk cId="555838632" sldId="266"/>
        </pc:sldMkLst>
      </pc:sldChg>
      <pc:sldChg chg="del">
        <pc:chgData name="Feuerwehr Wallern" userId="718642cc-cf8f-47aa-b2d5-2b9247008d5c" providerId="ADAL" clId="{1DF7EE58-7D32-4FE6-A8A3-E33051F17EF0}" dt="2020-09-26T05:08:18.864" v="107" actId="2696"/>
        <pc:sldMkLst>
          <pc:docMk/>
          <pc:sldMk cId="3335709576" sldId="267"/>
        </pc:sldMkLst>
      </pc:sldChg>
      <pc:sldChg chg="del">
        <pc:chgData name="Feuerwehr Wallern" userId="718642cc-cf8f-47aa-b2d5-2b9247008d5c" providerId="ADAL" clId="{1DF7EE58-7D32-4FE6-A8A3-E33051F17EF0}" dt="2020-09-26T05:08:18.864" v="108" actId="2696"/>
        <pc:sldMkLst>
          <pc:docMk/>
          <pc:sldMk cId="3266130218" sldId="268"/>
        </pc:sldMkLst>
      </pc:sldChg>
      <pc:sldChg chg="del">
        <pc:chgData name="Feuerwehr Wallern" userId="718642cc-cf8f-47aa-b2d5-2b9247008d5c" providerId="ADAL" clId="{1DF7EE58-7D32-4FE6-A8A3-E33051F17EF0}" dt="2020-09-26T05:08:18.864" v="109" actId="2696"/>
        <pc:sldMkLst>
          <pc:docMk/>
          <pc:sldMk cId="2090751054" sldId="269"/>
        </pc:sldMkLst>
      </pc:sldChg>
      <pc:sldChg chg="del">
        <pc:chgData name="Feuerwehr Wallern" userId="718642cc-cf8f-47aa-b2d5-2b9247008d5c" providerId="ADAL" clId="{1DF7EE58-7D32-4FE6-A8A3-E33051F17EF0}" dt="2020-09-26T05:08:18.879" v="110" actId="2696"/>
        <pc:sldMkLst>
          <pc:docMk/>
          <pc:sldMk cId="203426271" sldId="270"/>
        </pc:sldMkLst>
      </pc:sldChg>
      <pc:sldChg chg="del">
        <pc:chgData name="Feuerwehr Wallern" userId="718642cc-cf8f-47aa-b2d5-2b9247008d5c" providerId="ADAL" clId="{1DF7EE58-7D32-4FE6-A8A3-E33051F17EF0}" dt="2020-09-26T05:08:18.879" v="111" actId="2696"/>
        <pc:sldMkLst>
          <pc:docMk/>
          <pc:sldMk cId="2661317038" sldId="271"/>
        </pc:sldMkLst>
      </pc:sldChg>
      <pc:sldChg chg="del">
        <pc:chgData name="Feuerwehr Wallern" userId="718642cc-cf8f-47aa-b2d5-2b9247008d5c" providerId="ADAL" clId="{1DF7EE58-7D32-4FE6-A8A3-E33051F17EF0}" dt="2020-09-26T05:08:18.879" v="112" actId="2696"/>
        <pc:sldMkLst>
          <pc:docMk/>
          <pc:sldMk cId="3373849223" sldId="272"/>
        </pc:sldMkLst>
      </pc:sldChg>
      <pc:sldChg chg="del">
        <pc:chgData name="Feuerwehr Wallern" userId="718642cc-cf8f-47aa-b2d5-2b9247008d5c" providerId="ADAL" clId="{1DF7EE58-7D32-4FE6-A8A3-E33051F17EF0}" dt="2020-09-26T05:08:18.895" v="113" actId="2696"/>
        <pc:sldMkLst>
          <pc:docMk/>
          <pc:sldMk cId="987004557" sldId="273"/>
        </pc:sldMkLst>
      </pc:sldChg>
      <pc:sldChg chg="addSp delSp modSp">
        <pc:chgData name="Feuerwehr Wallern" userId="718642cc-cf8f-47aa-b2d5-2b9247008d5c" providerId="ADAL" clId="{1DF7EE58-7D32-4FE6-A8A3-E33051F17EF0}" dt="2020-09-25T17:57:59.283" v="5" actId="20577"/>
        <pc:sldMkLst>
          <pc:docMk/>
          <pc:sldMk cId="2954733940" sldId="287"/>
        </pc:sldMkLst>
        <pc:spChg chg="del">
          <ac:chgData name="Feuerwehr Wallern" userId="718642cc-cf8f-47aa-b2d5-2b9247008d5c" providerId="ADAL" clId="{1DF7EE58-7D32-4FE6-A8A3-E33051F17EF0}" dt="2020-09-25T17:57:52.252" v="0" actId="478"/>
          <ac:spMkLst>
            <pc:docMk/>
            <pc:sldMk cId="2954733940" sldId="287"/>
            <ac:spMk id="2" creationId="{00000000-0000-0000-0000-000000000000}"/>
          </ac:spMkLst>
        </pc:spChg>
        <pc:spChg chg="add mod">
          <ac:chgData name="Feuerwehr Wallern" userId="718642cc-cf8f-47aa-b2d5-2b9247008d5c" providerId="ADAL" clId="{1DF7EE58-7D32-4FE6-A8A3-E33051F17EF0}" dt="2020-09-25T17:57:59.283" v="5" actId="20577"/>
          <ac:spMkLst>
            <pc:docMk/>
            <pc:sldMk cId="2954733940" sldId="287"/>
            <ac:spMk id="4" creationId="{DBDB1E4C-ABEE-4687-A2D6-6188FBCCE681}"/>
          </ac:spMkLst>
        </pc:spChg>
      </pc:sldChg>
      <pc:sldChg chg="modSp add">
        <pc:chgData name="Feuerwehr Wallern" userId="718642cc-cf8f-47aa-b2d5-2b9247008d5c" providerId="ADAL" clId="{1DF7EE58-7D32-4FE6-A8A3-E33051F17EF0}" dt="2020-09-25T17:58:07.376" v="10" actId="20577"/>
        <pc:sldMkLst>
          <pc:docMk/>
          <pc:sldMk cId="3793170899" sldId="288"/>
        </pc:sldMkLst>
        <pc:spChg chg="mod">
          <ac:chgData name="Feuerwehr Wallern" userId="718642cc-cf8f-47aa-b2d5-2b9247008d5c" providerId="ADAL" clId="{1DF7EE58-7D32-4FE6-A8A3-E33051F17EF0}" dt="2020-09-25T17:58:07.376" v="10" actId="20577"/>
          <ac:spMkLst>
            <pc:docMk/>
            <pc:sldMk cId="3793170899" sldId="288"/>
            <ac:spMk id="4" creationId="{DBDB1E4C-ABEE-4687-A2D6-6188FBCCE681}"/>
          </ac:spMkLst>
        </pc:spChg>
      </pc:sldChg>
      <pc:sldChg chg="modSp add">
        <pc:chgData name="Feuerwehr Wallern" userId="718642cc-cf8f-47aa-b2d5-2b9247008d5c" providerId="ADAL" clId="{1DF7EE58-7D32-4FE6-A8A3-E33051F17EF0}" dt="2020-09-25T17:58:16.860" v="15" actId="20577"/>
        <pc:sldMkLst>
          <pc:docMk/>
          <pc:sldMk cId="1176448126" sldId="289"/>
        </pc:sldMkLst>
        <pc:spChg chg="mod">
          <ac:chgData name="Feuerwehr Wallern" userId="718642cc-cf8f-47aa-b2d5-2b9247008d5c" providerId="ADAL" clId="{1DF7EE58-7D32-4FE6-A8A3-E33051F17EF0}" dt="2020-09-25T17:58:16.860" v="15" actId="20577"/>
          <ac:spMkLst>
            <pc:docMk/>
            <pc:sldMk cId="1176448126" sldId="289"/>
            <ac:spMk id="4" creationId="{DBDB1E4C-ABEE-4687-A2D6-6188FBCCE681}"/>
          </ac:spMkLst>
        </pc:spChg>
      </pc:sldChg>
      <pc:sldChg chg="modSp add">
        <pc:chgData name="Feuerwehr Wallern" userId="718642cc-cf8f-47aa-b2d5-2b9247008d5c" providerId="ADAL" clId="{1DF7EE58-7D32-4FE6-A8A3-E33051F17EF0}" dt="2020-09-25T18:32:00.142" v="28" actId="20577"/>
        <pc:sldMkLst>
          <pc:docMk/>
          <pc:sldMk cId="1756249968" sldId="290"/>
        </pc:sldMkLst>
        <pc:spChg chg="mod">
          <ac:chgData name="Feuerwehr Wallern" userId="718642cc-cf8f-47aa-b2d5-2b9247008d5c" providerId="ADAL" clId="{1DF7EE58-7D32-4FE6-A8A3-E33051F17EF0}" dt="2020-09-25T18:32:00.142" v="28" actId="20577"/>
          <ac:spMkLst>
            <pc:docMk/>
            <pc:sldMk cId="1756249968" sldId="290"/>
            <ac:spMk id="4" creationId="{DBDB1E4C-ABEE-4687-A2D6-6188FBCCE681}"/>
          </ac:spMkLst>
        </pc:spChg>
      </pc:sldChg>
      <pc:sldChg chg="modSp add">
        <pc:chgData name="Feuerwehr Wallern" userId="718642cc-cf8f-47aa-b2d5-2b9247008d5c" providerId="ADAL" clId="{1DF7EE58-7D32-4FE6-A8A3-E33051F17EF0}" dt="2020-09-25T18:32:07.790" v="33" actId="20577"/>
        <pc:sldMkLst>
          <pc:docMk/>
          <pc:sldMk cId="3072594954" sldId="291"/>
        </pc:sldMkLst>
        <pc:spChg chg="mod">
          <ac:chgData name="Feuerwehr Wallern" userId="718642cc-cf8f-47aa-b2d5-2b9247008d5c" providerId="ADAL" clId="{1DF7EE58-7D32-4FE6-A8A3-E33051F17EF0}" dt="2020-09-25T18:32:07.790" v="33" actId="20577"/>
          <ac:spMkLst>
            <pc:docMk/>
            <pc:sldMk cId="3072594954" sldId="291"/>
            <ac:spMk id="4" creationId="{DBDB1E4C-ABEE-4687-A2D6-6188FBCCE681}"/>
          </ac:spMkLst>
        </pc:spChg>
      </pc:sldChg>
      <pc:sldChg chg="modSp add">
        <pc:chgData name="Feuerwehr Wallern" userId="718642cc-cf8f-47aa-b2d5-2b9247008d5c" providerId="ADAL" clId="{1DF7EE58-7D32-4FE6-A8A3-E33051F17EF0}" dt="2020-09-25T18:32:15.430" v="38" actId="20577"/>
        <pc:sldMkLst>
          <pc:docMk/>
          <pc:sldMk cId="678309431" sldId="292"/>
        </pc:sldMkLst>
        <pc:spChg chg="mod">
          <ac:chgData name="Feuerwehr Wallern" userId="718642cc-cf8f-47aa-b2d5-2b9247008d5c" providerId="ADAL" clId="{1DF7EE58-7D32-4FE6-A8A3-E33051F17EF0}" dt="2020-09-25T18:32:15.430" v="38" actId="20577"/>
          <ac:spMkLst>
            <pc:docMk/>
            <pc:sldMk cId="678309431" sldId="292"/>
            <ac:spMk id="4" creationId="{DBDB1E4C-ABEE-4687-A2D6-6188FBCCE681}"/>
          </ac:spMkLst>
        </pc:spChg>
      </pc:sldChg>
      <pc:sldChg chg="modSp add">
        <pc:chgData name="Feuerwehr Wallern" userId="718642cc-cf8f-47aa-b2d5-2b9247008d5c" providerId="ADAL" clId="{1DF7EE58-7D32-4FE6-A8A3-E33051F17EF0}" dt="2020-09-25T18:32:22.270" v="43" actId="20577"/>
        <pc:sldMkLst>
          <pc:docMk/>
          <pc:sldMk cId="2099597170" sldId="293"/>
        </pc:sldMkLst>
        <pc:spChg chg="mod">
          <ac:chgData name="Feuerwehr Wallern" userId="718642cc-cf8f-47aa-b2d5-2b9247008d5c" providerId="ADAL" clId="{1DF7EE58-7D32-4FE6-A8A3-E33051F17EF0}" dt="2020-09-25T18:32:22.270" v="43" actId="20577"/>
          <ac:spMkLst>
            <pc:docMk/>
            <pc:sldMk cId="2099597170" sldId="293"/>
            <ac:spMk id="4" creationId="{DBDB1E4C-ABEE-4687-A2D6-6188FBCCE681}"/>
          </ac:spMkLst>
        </pc:spChg>
      </pc:sldChg>
      <pc:sldChg chg="modSp add">
        <pc:chgData name="Feuerwehr Wallern" userId="718642cc-cf8f-47aa-b2d5-2b9247008d5c" providerId="ADAL" clId="{1DF7EE58-7D32-4FE6-A8A3-E33051F17EF0}" dt="2020-09-25T18:32:29.302" v="48" actId="20577"/>
        <pc:sldMkLst>
          <pc:docMk/>
          <pc:sldMk cId="3345972224" sldId="294"/>
        </pc:sldMkLst>
        <pc:spChg chg="mod">
          <ac:chgData name="Feuerwehr Wallern" userId="718642cc-cf8f-47aa-b2d5-2b9247008d5c" providerId="ADAL" clId="{1DF7EE58-7D32-4FE6-A8A3-E33051F17EF0}" dt="2020-09-25T18:32:29.302" v="48" actId="20577"/>
          <ac:spMkLst>
            <pc:docMk/>
            <pc:sldMk cId="3345972224" sldId="294"/>
            <ac:spMk id="4" creationId="{DBDB1E4C-ABEE-4687-A2D6-6188FBCCE681}"/>
          </ac:spMkLst>
        </pc:spChg>
      </pc:sldChg>
      <pc:sldChg chg="modSp add">
        <pc:chgData name="Feuerwehr Wallern" userId="718642cc-cf8f-47aa-b2d5-2b9247008d5c" providerId="ADAL" clId="{1DF7EE58-7D32-4FE6-A8A3-E33051F17EF0}" dt="2020-09-25T18:32:37.838" v="57" actId="20577"/>
        <pc:sldMkLst>
          <pc:docMk/>
          <pc:sldMk cId="3715582185" sldId="295"/>
        </pc:sldMkLst>
        <pc:spChg chg="mod">
          <ac:chgData name="Feuerwehr Wallern" userId="718642cc-cf8f-47aa-b2d5-2b9247008d5c" providerId="ADAL" clId="{1DF7EE58-7D32-4FE6-A8A3-E33051F17EF0}" dt="2020-09-25T18:32:37.838" v="57" actId="20577"/>
          <ac:spMkLst>
            <pc:docMk/>
            <pc:sldMk cId="3715582185" sldId="295"/>
            <ac:spMk id="4" creationId="{DBDB1E4C-ABEE-4687-A2D6-6188FBCCE681}"/>
          </ac:spMkLst>
        </pc:spChg>
      </pc:sldChg>
      <pc:sldChg chg="modSp add">
        <pc:chgData name="Feuerwehr Wallern" userId="718642cc-cf8f-47aa-b2d5-2b9247008d5c" providerId="ADAL" clId="{1DF7EE58-7D32-4FE6-A8A3-E33051F17EF0}" dt="2020-09-25T18:32:45.791" v="62" actId="20577"/>
        <pc:sldMkLst>
          <pc:docMk/>
          <pc:sldMk cId="4210198236" sldId="296"/>
        </pc:sldMkLst>
        <pc:spChg chg="mod">
          <ac:chgData name="Feuerwehr Wallern" userId="718642cc-cf8f-47aa-b2d5-2b9247008d5c" providerId="ADAL" clId="{1DF7EE58-7D32-4FE6-A8A3-E33051F17EF0}" dt="2020-09-25T18:32:45.791" v="62" actId="20577"/>
          <ac:spMkLst>
            <pc:docMk/>
            <pc:sldMk cId="4210198236" sldId="296"/>
            <ac:spMk id="4" creationId="{DBDB1E4C-ABEE-4687-A2D6-6188FBCCE681}"/>
          </ac:spMkLst>
        </pc:spChg>
      </pc:sldChg>
      <pc:sldChg chg="modSp add">
        <pc:chgData name="Feuerwehr Wallern" userId="718642cc-cf8f-47aa-b2d5-2b9247008d5c" providerId="ADAL" clId="{1DF7EE58-7D32-4FE6-A8A3-E33051F17EF0}" dt="2020-09-25T18:32:52.062" v="67" actId="20577"/>
        <pc:sldMkLst>
          <pc:docMk/>
          <pc:sldMk cId="641480740" sldId="297"/>
        </pc:sldMkLst>
        <pc:spChg chg="mod">
          <ac:chgData name="Feuerwehr Wallern" userId="718642cc-cf8f-47aa-b2d5-2b9247008d5c" providerId="ADAL" clId="{1DF7EE58-7D32-4FE6-A8A3-E33051F17EF0}" dt="2020-09-25T18:32:52.062" v="67" actId="20577"/>
          <ac:spMkLst>
            <pc:docMk/>
            <pc:sldMk cId="641480740" sldId="297"/>
            <ac:spMk id="4" creationId="{DBDB1E4C-ABEE-4687-A2D6-6188FBCCE681}"/>
          </ac:spMkLst>
        </pc:spChg>
      </pc:sldChg>
      <pc:sldChg chg="modSp add">
        <pc:chgData name="Feuerwehr Wallern" userId="718642cc-cf8f-47aa-b2d5-2b9247008d5c" providerId="ADAL" clId="{1DF7EE58-7D32-4FE6-A8A3-E33051F17EF0}" dt="2020-09-25T18:32:58.406" v="72" actId="20577"/>
        <pc:sldMkLst>
          <pc:docMk/>
          <pc:sldMk cId="586820674" sldId="298"/>
        </pc:sldMkLst>
        <pc:spChg chg="mod">
          <ac:chgData name="Feuerwehr Wallern" userId="718642cc-cf8f-47aa-b2d5-2b9247008d5c" providerId="ADAL" clId="{1DF7EE58-7D32-4FE6-A8A3-E33051F17EF0}" dt="2020-09-25T18:32:58.406" v="72" actId="20577"/>
          <ac:spMkLst>
            <pc:docMk/>
            <pc:sldMk cId="586820674" sldId="298"/>
            <ac:spMk id="4" creationId="{DBDB1E4C-ABEE-4687-A2D6-6188FBCCE681}"/>
          </ac:spMkLst>
        </pc:spChg>
      </pc:sldChg>
      <pc:sldChg chg="modSp add">
        <pc:chgData name="Feuerwehr Wallern" userId="718642cc-cf8f-47aa-b2d5-2b9247008d5c" providerId="ADAL" clId="{1DF7EE58-7D32-4FE6-A8A3-E33051F17EF0}" dt="2020-09-25T18:33:11.206" v="77" actId="20577"/>
        <pc:sldMkLst>
          <pc:docMk/>
          <pc:sldMk cId="941615846" sldId="299"/>
        </pc:sldMkLst>
        <pc:spChg chg="mod">
          <ac:chgData name="Feuerwehr Wallern" userId="718642cc-cf8f-47aa-b2d5-2b9247008d5c" providerId="ADAL" clId="{1DF7EE58-7D32-4FE6-A8A3-E33051F17EF0}" dt="2020-09-25T18:33:11.206" v="77" actId="20577"/>
          <ac:spMkLst>
            <pc:docMk/>
            <pc:sldMk cId="941615846" sldId="299"/>
            <ac:spMk id="4" creationId="{DBDB1E4C-ABEE-4687-A2D6-6188FBCCE681}"/>
          </ac:spMkLst>
        </pc:spChg>
      </pc:sldChg>
      <pc:sldChg chg="modSp add">
        <pc:chgData name="Feuerwehr Wallern" userId="718642cc-cf8f-47aa-b2d5-2b9247008d5c" providerId="ADAL" clId="{1DF7EE58-7D32-4FE6-A8A3-E33051F17EF0}" dt="2020-09-25T18:33:23.727" v="96" actId="20577"/>
        <pc:sldMkLst>
          <pc:docMk/>
          <pc:sldMk cId="3225933994" sldId="300"/>
        </pc:sldMkLst>
        <pc:spChg chg="mod">
          <ac:chgData name="Feuerwehr Wallern" userId="718642cc-cf8f-47aa-b2d5-2b9247008d5c" providerId="ADAL" clId="{1DF7EE58-7D32-4FE6-A8A3-E33051F17EF0}" dt="2020-09-25T18:33:23.727" v="96" actId="20577"/>
          <ac:spMkLst>
            <pc:docMk/>
            <pc:sldMk cId="3225933994" sldId="300"/>
            <ac:spMk id="4" creationId="{DBDB1E4C-ABEE-4687-A2D6-6188FBCCE681}"/>
          </ac:spMkLst>
        </pc:spChg>
      </pc:sldChg>
    </pc:docChg>
  </pc:docChgLst>
  <pc:docChgLst>
    <pc:chgData name="Feuerwehr Wallern" userId="718642cc-cf8f-47aa-b2d5-2b9247008d5c" providerId="ADAL" clId="{3DFCF2DB-56D3-4B25-84BA-CD777E586B6F}"/>
    <pc:docChg chg="delSld modSld">
      <pc:chgData name="Feuerwehr Wallern" userId="718642cc-cf8f-47aa-b2d5-2b9247008d5c" providerId="ADAL" clId="{3DFCF2DB-56D3-4B25-84BA-CD777E586B6F}" dt="2020-09-23T15:48:51.192" v="29" actId="2696"/>
      <pc:docMkLst>
        <pc:docMk/>
      </pc:docMkLst>
      <pc:sldChg chg="addSp modSp">
        <pc:chgData name="Feuerwehr Wallern" userId="718642cc-cf8f-47aa-b2d5-2b9247008d5c" providerId="ADAL" clId="{3DFCF2DB-56D3-4B25-84BA-CD777E586B6F}" dt="2020-09-22T17:22:14.303" v="28" actId="1076"/>
        <pc:sldMkLst>
          <pc:docMk/>
          <pc:sldMk cId="3469963153" sldId="256"/>
        </pc:sldMkLst>
        <pc:spChg chg="add mod">
          <ac:chgData name="Feuerwehr Wallern" userId="718642cc-cf8f-47aa-b2d5-2b9247008d5c" providerId="ADAL" clId="{3DFCF2DB-56D3-4B25-84BA-CD777E586B6F}" dt="2020-09-22T17:22:09.688" v="26" actId="1076"/>
          <ac:spMkLst>
            <pc:docMk/>
            <pc:sldMk cId="3469963153" sldId="256"/>
            <ac:spMk id="11" creationId="{9993A4BC-564F-4A5D-A283-A18E753F11EC}"/>
          </ac:spMkLst>
        </pc:spChg>
        <pc:spChg chg="add mod">
          <ac:chgData name="Feuerwehr Wallern" userId="718642cc-cf8f-47aa-b2d5-2b9247008d5c" providerId="ADAL" clId="{3DFCF2DB-56D3-4B25-84BA-CD777E586B6F}" dt="2020-09-22T17:22:14.303" v="28" actId="1076"/>
          <ac:spMkLst>
            <pc:docMk/>
            <pc:sldMk cId="3469963153" sldId="256"/>
            <ac:spMk id="12" creationId="{8DB97FAB-EB30-43EB-969A-66F612089A2F}"/>
          </ac:spMkLst>
        </pc:spChg>
      </pc:sldChg>
      <pc:sldChg chg="del">
        <pc:chgData name="Feuerwehr Wallern" userId="718642cc-cf8f-47aa-b2d5-2b9247008d5c" providerId="ADAL" clId="{3DFCF2DB-56D3-4B25-84BA-CD777E586B6F}" dt="2020-09-23T15:48:51.192" v="29" actId="2696"/>
        <pc:sldMkLst>
          <pc:docMk/>
          <pc:sldMk cId="1312510118" sldId="274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7517D2-85EB-4A80-AC58-5B8386CE342C}" type="datetimeFigureOut">
              <a:rPr lang="de-AT" smtClean="0"/>
              <a:t>22.03.2026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2128B3-19E3-43DC-B7D0-400755799B98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2299315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7517D2-85EB-4A80-AC58-5B8386CE342C}" type="datetimeFigureOut">
              <a:rPr lang="de-AT" smtClean="0"/>
              <a:t>22.03.2026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2128B3-19E3-43DC-B7D0-400755799B98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0562760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7517D2-85EB-4A80-AC58-5B8386CE342C}" type="datetimeFigureOut">
              <a:rPr lang="de-AT" smtClean="0"/>
              <a:t>22.03.2026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2128B3-19E3-43DC-B7D0-400755799B98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7396917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7517D2-85EB-4A80-AC58-5B8386CE342C}" type="datetimeFigureOut">
              <a:rPr lang="de-AT" smtClean="0"/>
              <a:t>22.03.2026</a:t>
            </a:fld>
            <a:endParaRPr lang="de-A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2128B3-19E3-43DC-B7D0-400755799B98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2433997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7517D2-85EB-4A80-AC58-5B8386CE342C}" type="datetimeFigureOut">
              <a:rPr lang="de-AT" smtClean="0"/>
              <a:t>22.03.2026</a:t>
            </a:fld>
            <a:endParaRPr lang="de-A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2128B3-19E3-43DC-B7D0-400755799B98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2693644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7517D2-85EB-4A80-AC58-5B8386CE342C}" type="datetimeFigureOut">
              <a:rPr lang="de-AT" smtClean="0"/>
              <a:t>22.03.2026</a:t>
            </a:fld>
            <a:endParaRPr lang="de-A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2128B3-19E3-43DC-B7D0-400755799B98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9689880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7517D2-85EB-4A80-AC58-5B8386CE342C}" type="datetimeFigureOut">
              <a:rPr lang="de-AT" smtClean="0"/>
              <a:t>22.03.2026</a:t>
            </a:fld>
            <a:endParaRPr lang="de-A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2128B3-19E3-43DC-B7D0-400755799B98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1438332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7517D2-85EB-4A80-AC58-5B8386CE342C}" type="datetimeFigureOut">
              <a:rPr lang="de-AT" smtClean="0"/>
              <a:t>22.03.2026</a:t>
            </a:fld>
            <a:endParaRPr lang="de-A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2128B3-19E3-43DC-B7D0-400755799B98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0042771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7517D2-85EB-4A80-AC58-5B8386CE342C}" type="datetimeFigureOut">
              <a:rPr lang="de-AT" smtClean="0"/>
              <a:t>22.03.2026</a:t>
            </a:fld>
            <a:endParaRPr lang="de-A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2128B3-19E3-43DC-B7D0-400755799B98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8359419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7517D2-85EB-4A80-AC58-5B8386CE342C}" type="datetimeFigureOut">
              <a:rPr lang="de-AT" smtClean="0"/>
              <a:t>22.03.2026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2128B3-19E3-43DC-B7D0-400755799B98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8996802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7517D2-85EB-4A80-AC58-5B8386CE342C}" type="datetimeFigureOut">
              <a:rPr lang="de-AT" smtClean="0"/>
              <a:t>22.03.2026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2128B3-19E3-43DC-B7D0-400755799B98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5836192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7517D2-85EB-4A80-AC58-5B8386CE342C}" type="datetimeFigureOut">
              <a:rPr lang="de-AT" smtClean="0"/>
              <a:t>22.03.2026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2128B3-19E3-43DC-B7D0-400755799B98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2326325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8C74AAB0-481A-410D-B16C-BFB94CB9706D}"/>
              </a:ext>
            </a:extLst>
          </p:cNvPr>
          <p:cNvSpPr/>
          <p:nvPr/>
        </p:nvSpPr>
        <p:spPr>
          <a:xfrm>
            <a:off x="265814" y="191386"/>
            <a:ext cx="9409814" cy="6464595"/>
          </a:xfrm>
          <a:prstGeom prst="rect">
            <a:avLst/>
          </a:prstGeom>
          <a:noFill/>
          <a:ln w="1270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9581AD5E-1BC3-47EF-9A53-68083CD53FBE}"/>
              </a:ext>
            </a:extLst>
          </p:cNvPr>
          <p:cNvSpPr txBox="1"/>
          <p:nvPr/>
        </p:nvSpPr>
        <p:spPr>
          <a:xfrm>
            <a:off x="0" y="-29827"/>
            <a:ext cx="9906000" cy="359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de-AT" sz="8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Überprüfungskosten</a:t>
            </a:r>
            <a:endParaRPr lang="de-AT" sz="7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algn="ctr">
              <a:lnSpc>
                <a:spcPct val="150000"/>
              </a:lnSpc>
            </a:pPr>
            <a:r>
              <a:rPr lang="de-AT" sz="8000" dirty="0"/>
              <a:t>        € je Löscher</a:t>
            </a:r>
          </a:p>
        </p:txBody>
      </p:sp>
      <p:pic>
        <p:nvPicPr>
          <p:cNvPr id="9" name="Grafik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45603" y="3780178"/>
            <a:ext cx="2650235" cy="2660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99631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>
            <a:extLst>
              <a:ext uri="{FF2B5EF4-FFF2-40B4-BE49-F238E27FC236}">
                <a16:creationId xmlns:a16="http://schemas.microsoft.com/office/drawing/2014/main" id="{997E43E4-D2BB-49F0-870D-C7DA7410DB93}"/>
              </a:ext>
            </a:extLst>
          </p:cNvPr>
          <p:cNvSpPr/>
          <p:nvPr/>
        </p:nvSpPr>
        <p:spPr>
          <a:xfrm>
            <a:off x="219919" y="200967"/>
            <a:ext cx="9479666" cy="6439319"/>
          </a:xfrm>
          <a:prstGeom prst="rect">
            <a:avLst/>
          </a:prstGeom>
          <a:noFill/>
          <a:ln w="190500">
            <a:solidFill>
              <a:srgbClr val="E81D2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 sz="1286"/>
          </a:p>
        </p:txBody>
      </p:sp>
      <p:pic>
        <p:nvPicPr>
          <p:cNvPr id="10" name="Grafik 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4432" y="2839031"/>
            <a:ext cx="3477136" cy="3490772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00E39DE0-C76A-498E-8F5D-91A955DEA9E7}"/>
              </a:ext>
            </a:extLst>
          </p:cNvPr>
          <p:cNvSpPr txBox="1"/>
          <p:nvPr/>
        </p:nvSpPr>
        <p:spPr>
          <a:xfrm>
            <a:off x="1" y="328344"/>
            <a:ext cx="9906000" cy="25106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5715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Annahme</a:t>
            </a:r>
            <a:endParaRPr lang="de-AT" sz="15715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5139919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997E43E4-D2BB-49F0-870D-C7DA7410DB93}"/>
              </a:ext>
            </a:extLst>
          </p:cNvPr>
          <p:cNvSpPr/>
          <p:nvPr/>
        </p:nvSpPr>
        <p:spPr>
          <a:xfrm>
            <a:off x="219919" y="200967"/>
            <a:ext cx="9479666" cy="6439319"/>
          </a:xfrm>
          <a:prstGeom prst="rect">
            <a:avLst/>
          </a:prstGeom>
          <a:noFill/>
          <a:ln w="190500">
            <a:solidFill>
              <a:srgbClr val="E81D2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 sz="1286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0E39DE0-C76A-498E-8F5D-91A955DEA9E7}"/>
              </a:ext>
            </a:extLst>
          </p:cNvPr>
          <p:cNvSpPr txBox="1"/>
          <p:nvPr/>
        </p:nvSpPr>
        <p:spPr>
          <a:xfrm>
            <a:off x="0" y="328344"/>
            <a:ext cx="9906000" cy="25106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5715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Ausgabe</a:t>
            </a:r>
            <a:endParaRPr lang="de-AT" sz="15715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3" name="Grafik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4432" y="2839031"/>
            <a:ext cx="3477136" cy="3490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57286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C65A58-1284-6277-C85E-613E2B066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D7085DD6-3057-FFEC-9BFE-1D48E5BD2DF6}"/>
              </a:ext>
            </a:extLst>
          </p:cNvPr>
          <p:cNvSpPr txBox="1"/>
          <p:nvPr/>
        </p:nvSpPr>
        <p:spPr>
          <a:xfrm>
            <a:off x="0" y="0"/>
            <a:ext cx="9905999" cy="62170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AT" sz="19900" b="1" dirty="0"/>
              <a:t>ID</a:t>
            </a:r>
          </a:p>
          <a:p>
            <a:pPr algn="ctr"/>
            <a:r>
              <a:rPr lang="de-AT" sz="19900" b="1" dirty="0"/>
              <a:t>-</a:t>
            </a:r>
            <a:endParaRPr lang="de-AT" sz="23900" b="1" dirty="0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1382650-BFF9-D0A7-EA80-966BB0EA63AD}"/>
              </a:ext>
            </a:extLst>
          </p:cNvPr>
          <p:cNvSpPr/>
          <p:nvPr/>
        </p:nvSpPr>
        <p:spPr>
          <a:xfrm>
            <a:off x="265814" y="191386"/>
            <a:ext cx="9409814" cy="6464595"/>
          </a:xfrm>
          <a:prstGeom prst="rect">
            <a:avLst/>
          </a:prstGeom>
          <a:noFill/>
          <a:ln w="1270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5985929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/>
          <p:cNvSpPr txBox="1"/>
          <p:nvPr/>
        </p:nvSpPr>
        <p:spPr>
          <a:xfrm>
            <a:off x="0" y="0"/>
            <a:ext cx="9905999" cy="62170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AT" sz="19900" b="1" dirty="0"/>
              <a:t>ID</a:t>
            </a:r>
          </a:p>
          <a:p>
            <a:pPr algn="ctr"/>
            <a:r>
              <a:rPr lang="de-AT" sz="19900" b="1" dirty="0"/>
              <a:t>1 - 19</a:t>
            </a:r>
            <a:endParaRPr lang="de-AT" sz="23900" b="1" dirty="0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74AAB0-481A-410D-B16C-BFB94CB9706D}"/>
              </a:ext>
            </a:extLst>
          </p:cNvPr>
          <p:cNvSpPr/>
          <p:nvPr/>
        </p:nvSpPr>
        <p:spPr>
          <a:xfrm>
            <a:off x="265814" y="191386"/>
            <a:ext cx="9409814" cy="6464595"/>
          </a:xfrm>
          <a:prstGeom prst="rect">
            <a:avLst/>
          </a:prstGeom>
          <a:noFill/>
          <a:ln w="1270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7234338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/>
          <p:cNvSpPr txBox="1"/>
          <p:nvPr/>
        </p:nvSpPr>
        <p:spPr>
          <a:xfrm>
            <a:off x="0" y="0"/>
            <a:ext cx="9905999" cy="62170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AT" sz="19900" b="1" dirty="0"/>
              <a:t>ID</a:t>
            </a:r>
          </a:p>
          <a:p>
            <a:pPr algn="ctr"/>
            <a:r>
              <a:rPr lang="de-AT" sz="19900" b="1" dirty="0"/>
              <a:t>20 - 39</a:t>
            </a:r>
            <a:endParaRPr lang="de-AT" sz="23900" b="1" dirty="0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74AAB0-481A-410D-B16C-BFB94CB9706D}"/>
              </a:ext>
            </a:extLst>
          </p:cNvPr>
          <p:cNvSpPr/>
          <p:nvPr/>
        </p:nvSpPr>
        <p:spPr>
          <a:xfrm>
            <a:off x="265814" y="191386"/>
            <a:ext cx="9409814" cy="6464595"/>
          </a:xfrm>
          <a:prstGeom prst="rect">
            <a:avLst/>
          </a:prstGeom>
          <a:noFill/>
          <a:ln w="1270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2268860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/>
          <p:cNvSpPr txBox="1"/>
          <p:nvPr/>
        </p:nvSpPr>
        <p:spPr>
          <a:xfrm>
            <a:off x="0" y="0"/>
            <a:ext cx="9905999" cy="62170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AT" sz="19900" b="1" dirty="0"/>
              <a:t>ID</a:t>
            </a:r>
          </a:p>
          <a:p>
            <a:pPr algn="ctr"/>
            <a:r>
              <a:rPr lang="de-AT" sz="19900" b="1" dirty="0"/>
              <a:t>40 - 59</a:t>
            </a:r>
            <a:endParaRPr lang="de-AT" sz="23900" b="1" dirty="0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74AAB0-481A-410D-B16C-BFB94CB9706D}"/>
              </a:ext>
            </a:extLst>
          </p:cNvPr>
          <p:cNvSpPr/>
          <p:nvPr/>
        </p:nvSpPr>
        <p:spPr>
          <a:xfrm>
            <a:off x="265814" y="191386"/>
            <a:ext cx="9409814" cy="6464595"/>
          </a:xfrm>
          <a:prstGeom prst="rect">
            <a:avLst/>
          </a:prstGeom>
          <a:noFill/>
          <a:ln w="1270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6142123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/>
          <p:cNvSpPr txBox="1"/>
          <p:nvPr/>
        </p:nvSpPr>
        <p:spPr>
          <a:xfrm>
            <a:off x="0" y="0"/>
            <a:ext cx="9905999" cy="62170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AT" sz="19900" b="1" dirty="0"/>
              <a:t>ID</a:t>
            </a:r>
          </a:p>
          <a:p>
            <a:pPr algn="ctr"/>
            <a:r>
              <a:rPr lang="de-AT" sz="19900" b="1" dirty="0"/>
              <a:t>60 - 79</a:t>
            </a:r>
            <a:endParaRPr lang="de-AT" sz="23900" b="1" dirty="0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74AAB0-481A-410D-B16C-BFB94CB9706D}"/>
              </a:ext>
            </a:extLst>
          </p:cNvPr>
          <p:cNvSpPr/>
          <p:nvPr/>
        </p:nvSpPr>
        <p:spPr>
          <a:xfrm>
            <a:off x="265814" y="191386"/>
            <a:ext cx="9409814" cy="6464595"/>
          </a:xfrm>
          <a:prstGeom prst="rect">
            <a:avLst/>
          </a:prstGeom>
          <a:noFill/>
          <a:ln w="1270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0305153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/>
          <p:cNvSpPr txBox="1"/>
          <p:nvPr/>
        </p:nvSpPr>
        <p:spPr>
          <a:xfrm>
            <a:off x="0" y="0"/>
            <a:ext cx="9905999" cy="62170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AT" sz="19900" b="1" dirty="0"/>
              <a:t>ID</a:t>
            </a:r>
          </a:p>
          <a:p>
            <a:pPr algn="ctr"/>
            <a:r>
              <a:rPr lang="de-AT" sz="19900" b="1" dirty="0"/>
              <a:t>80 - 99</a:t>
            </a:r>
            <a:endParaRPr lang="de-AT" sz="23900" b="1" dirty="0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74AAB0-481A-410D-B16C-BFB94CB9706D}"/>
              </a:ext>
            </a:extLst>
          </p:cNvPr>
          <p:cNvSpPr/>
          <p:nvPr/>
        </p:nvSpPr>
        <p:spPr>
          <a:xfrm>
            <a:off x="265814" y="191386"/>
            <a:ext cx="9409814" cy="6464595"/>
          </a:xfrm>
          <a:prstGeom prst="rect">
            <a:avLst/>
          </a:prstGeom>
          <a:noFill/>
          <a:ln w="1270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5738964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/>
          <p:cNvSpPr txBox="1"/>
          <p:nvPr/>
        </p:nvSpPr>
        <p:spPr>
          <a:xfrm>
            <a:off x="1" y="362309"/>
            <a:ext cx="9905999" cy="5709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AT" sz="19900" b="1" dirty="0"/>
              <a:t>ID</a:t>
            </a:r>
          </a:p>
          <a:p>
            <a:pPr algn="ctr"/>
            <a:r>
              <a:rPr lang="de-AT" sz="16600" b="1" dirty="0"/>
              <a:t>100 - 119</a:t>
            </a:r>
            <a:endParaRPr lang="de-AT" sz="19900" b="1" dirty="0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74AAB0-481A-410D-B16C-BFB94CB9706D}"/>
              </a:ext>
            </a:extLst>
          </p:cNvPr>
          <p:cNvSpPr/>
          <p:nvPr/>
        </p:nvSpPr>
        <p:spPr>
          <a:xfrm>
            <a:off x="265814" y="191386"/>
            <a:ext cx="9409814" cy="6464595"/>
          </a:xfrm>
          <a:prstGeom prst="rect">
            <a:avLst/>
          </a:prstGeom>
          <a:noFill/>
          <a:ln w="1270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1101170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/>
          <p:cNvSpPr txBox="1"/>
          <p:nvPr/>
        </p:nvSpPr>
        <p:spPr>
          <a:xfrm>
            <a:off x="17721" y="388189"/>
            <a:ext cx="9905999" cy="5709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AT" sz="19900" b="1" dirty="0"/>
              <a:t>ID</a:t>
            </a:r>
          </a:p>
          <a:p>
            <a:pPr algn="ctr"/>
            <a:r>
              <a:rPr lang="de-AT" sz="16600" b="1" dirty="0"/>
              <a:t>120 - 139</a:t>
            </a:r>
            <a:endParaRPr lang="de-AT" sz="19900" b="1" dirty="0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74AAB0-481A-410D-B16C-BFB94CB9706D}"/>
              </a:ext>
            </a:extLst>
          </p:cNvPr>
          <p:cNvSpPr/>
          <p:nvPr/>
        </p:nvSpPr>
        <p:spPr>
          <a:xfrm>
            <a:off x="265814" y="191386"/>
            <a:ext cx="9409814" cy="6464595"/>
          </a:xfrm>
          <a:prstGeom prst="rect">
            <a:avLst/>
          </a:prstGeom>
          <a:noFill/>
          <a:ln w="1270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9495418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/>
          <p:cNvSpPr txBox="1"/>
          <p:nvPr/>
        </p:nvSpPr>
        <p:spPr>
          <a:xfrm>
            <a:off x="17721" y="379562"/>
            <a:ext cx="9905999" cy="5709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AT" sz="19900" b="1" dirty="0"/>
              <a:t>ID</a:t>
            </a:r>
          </a:p>
          <a:p>
            <a:pPr algn="ctr"/>
            <a:r>
              <a:rPr lang="de-AT" sz="16600" b="1" dirty="0"/>
              <a:t>140 - 159</a:t>
            </a:r>
            <a:endParaRPr lang="de-AT" sz="19900" b="1" dirty="0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74AAB0-481A-410D-B16C-BFB94CB9706D}"/>
              </a:ext>
            </a:extLst>
          </p:cNvPr>
          <p:cNvSpPr/>
          <p:nvPr/>
        </p:nvSpPr>
        <p:spPr>
          <a:xfrm>
            <a:off x="265814" y="191386"/>
            <a:ext cx="9409814" cy="6464595"/>
          </a:xfrm>
          <a:prstGeom prst="rect">
            <a:avLst/>
          </a:prstGeom>
          <a:noFill/>
          <a:ln w="1270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147404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/>
          <p:cNvSpPr txBox="1"/>
          <p:nvPr/>
        </p:nvSpPr>
        <p:spPr>
          <a:xfrm>
            <a:off x="17721" y="319178"/>
            <a:ext cx="9905999" cy="5709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AT" sz="19900" b="1" dirty="0"/>
              <a:t>ID</a:t>
            </a:r>
          </a:p>
          <a:p>
            <a:pPr algn="ctr"/>
            <a:r>
              <a:rPr lang="de-AT" sz="16600" b="1" dirty="0"/>
              <a:t>160 - 179</a:t>
            </a:r>
            <a:endParaRPr lang="de-AT" sz="19900" b="1" dirty="0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74AAB0-481A-410D-B16C-BFB94CB9706D}"/>
              </a:ext>
            </a:extLst>
          </p:cNvPr>
          <p:cNvSpPr/>
          <p:nvPr/>
        </p:nvSpPr>
        <p:spPr>
          <a:xfrm>
            <a:off x="265814" y="191386"/>
            <a:ext cx="9409814" cy="6464595"/>
          </a:xfrm>
          <a:prstGeom prst="rect">
            <a:avLst/>
          </a:prstGeom>
          <a:noFill/>
          <a:ln w="1270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3309415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/>
          <p:cNvSpPr txBox="1"/>
          <p:nvPr/>
        </p:nvSpPr>
        <p:spPr>
          <a:xfrm>
            <a:off x="17721" y="379563"/>
            <a:ext cx="9905999" cy="5709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AT" sz="19900" b="1" dirty="0"/>
              <a:t>ID</a:t>
            </a:r>
          </a:p>
          <a:p>
            <a:pPr algn="ctr"/>
            <a:r>
              <a:rPr lang="de-AT" sz="16600" b="1" dirty="0"/>
              <a:t>180 - 199</a:t>
            </a:r>
            <a:endParaRPr lang="de-AT" sz="19900" b="1" dirty="0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74AAB0-481A-410D-B16C-BFB94CB9706D}"/>
              </a:ext>
            </a:extLst>
          </p:cNvPr>
          <p:cNvSpPr/>
          <p:nvPr/>
        </p:nvSpPr>
        <p:spPr>
          <a:xfrm>
            <a:off x="265814" y="191386"/>
            <a:ext cx="9409814" cy="6464595"/>
          </a:xfrm>
          <a:prstGeom prst="rect">
            <a:avLst/>
          </a:prstGeom>
          <a:noFill/>
          <a:ln w="1270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3915987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/>
          <p:cNvSpPr txBox="1"/>
          <p:nvPr/>
        </p:nvSpPr>
        <p:spPr>
          <a:xfrm>
            <a:off x="0" y="353683"/>
            <a:ext cx="9905999" cy="5709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AT" sz="19900" b="1" dirty="0"/>
              <a:t>ID</a:t>
            </a:r>
          </a:p>
          <a:p>
            <a:pPr algn="ctr"/>
            <a:r>
              <a:rPr lang="de-AT" sz="16600" b="1" dirty="0"/>
              <a:t>200 - 219</a:t>
            </a:r>
            <a:endParaRPr lang="de-AT" sz="19900" b="1" dirty="0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74AAB0-481A-410D-B16C-BFB94CB9706D}"/>
              </a:ext>
            </a:extLst>
          </p:cNvPr>
          <p:cNvSpPr/>
          <p:nvPr/>
        </p:nvSpPr>
        <p:spPr>
          <a:xfrm>
            <a:off x="265814" y="191386"/>
            <a:ext cx="9409814" cy="6464595"/>
          </a:xfrm>
          <a:prstGeom prst="rect">
            <a:avLst/>
          </a:prstGeom>
          <a:noFill/>
          <a:ln w="1270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5931306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/>
          <p:cNvSpPr txBox="1"/>
          <p:nvPr/>
        </p:nvSpPr>
        <p:spPr>
          <a:xfrm>
            <a:off x="0" y="362310"/>
            <a:ext cx="9905999" cy="5709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AT" sz="19900" b="1" dirty="0"/>
              <a:t>ID</a:t>
            </a:r>
          </a:p>
          <a:p>
            <a:pPr algn="ctr"/>
            <a:r>
              <a:rPr lang="de-AT" sz="16600" b="1" dirty="0"/>
              <a:t>220 - 239</a:t>
            </a:r>
            <a:endParaRPr lang="de-AT" sz="19900" b="1" dirty="0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74AAB0-481A-410D-B16C-BFB94CB9706D}"/>
              </a:ext>
            </a:extLst>
          </p:cNvPr>
          <p:cNvSpPr/>
          <p:nvPr/>
        </p:nvSpPr>
        <p:spPr>
          <a:xfrm>
            <a:off x="265814" y="191386"/>
            <a:ext cx="9409814" cy="6464595"/>
          </a:xfrm>
          <a:prstGeom prst="rect">
            <a:avLst/>
          </a:prstGeom>
          <a:noFill/>
          <a:ln w="1270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0671966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8C74AAB0-481A-410D-B16C-BFB94CB9706D}"/>
              </a:ext>
            </a:extLst>
          </p:cNvPr>
          <p:cNvSpPr/>
          <p:nvPr/>
        </p:nvSpPr>
        <p:spPr>
          <a:xfrm>
            <a:off x="265814" y="191386"/>
            <a:ext cx="9409814" cy="6464595"/>
          </a:xfrm>
          <a:prstGeom prst="rect">
            <a:avLst/>
          </a:prstGeom>
          <a:noFill/>
          <a:ln w="1270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BDB1E4C-ABEE-4687-A2D6-6188FBCCE681}"/>
              </a:ext>
            </a:extLst>
          </p:cNvPr>
          <p:cNvSpPr txBox="1"/>
          <p:nvPr/>
        </p:nvSpPr>
        <p:spPr>
          <a:xfrm>
            <a:off x="0" y="362310"/>
            <a:ext cx="9905999" cy="5709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AT" sz="19900" b="1" dirty="0"/>
              <a:t>ID</a:t>
            </a:r>
          </a:p>
          <a:p>
            <a:pPr algn="ctr"/>
            <a:r>
              <a:rPr lang="de-AT" sz="16600" b="1" dirty="0"/>
              <a:t>240 - 259</a:t>
            </a:r>
            <a:endParaRPr lang="de-AT" sz="19900" b="1" dirty="0"/>
          </a:p>
        </p:txBody>
      </p:sp>
    </p:spTree>
    <p:extLst>
      <p:ext uri="{BB962C8B-B14F-4D97-AF65-F5344CB8AC3E}">
        <p14:creationId xmlns:p14="http://schemas.microsoft.com/office/powerpoint/2010/main" val="29547339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8C74AAB0-481A-410D-B16C-BFB94CB9706D}"/>
              </a:ext>
            </a:extLst>
          </p:cNvPr>
          <p:cNvSpPr/>
          <p:nvPr/>
        </p:nvSpPr>
        <p:spPr>
          <a:xfrm>
            <a:off x="265814" y="191386"/>
            <a:ext cx="9409814" cy="6464595"/>
          </a:xfrm>
          <a:prstGeom prst="rect">
            <a:avLst/>
          </a:prstGeom>
          <a:noFill/>
          <a:ln w="1270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BDB1E4C-ABEE-4687-A2D6-6188FBCCE681}"/>
              </a:ext>
            </a:extLst>
          </p:cNvPr>
          <p:cNvSpPr txBox="1"/>
          <p:nvPr/>
        </p:nvSpPr>
        <p:spPr>
          <a:xfrm>
            <a:off x="0" y="362310"/>
            <a:ext cx="9905999" cy="5709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AT" sz="19900" b="1" dirty="0"/>
              <a:t>ID</a:t>
            </a:r>
          </a:p>
          <a:p>
            <a:pPr algn="ctr"/>
            <a:r>
              <a:rPr lang="de-AT" sz="16600" b="1" dirty="0"/>
              <a:t>260 - 279</a:t>
            </a:r>
            <a:endParaRPr lang="de-AT" sz="19900" b="1" dirty="0"/>
          </a:p>
        </p:txBody>
      </p:sp>
    </p:spTree>
    <p:extLst>
      <p:ext uri="{BB962C8B-B14F-4D97-AF65-F5344CB8AC3E}">
        <p14:creationId xmlns:p14="http://schemas.microsoft.com/office/powerpoint/2010/main" val="37931708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8C74AAB0-481A-410D-B16C-BFB94CB9706D}"/>
              </a:ext>
            </a:extLst>
          </p:cNvPr>
          <p:cNvSpPr/>
          <p:nvPr/>
        </p:nvSpPr>
        <p:spPr>
          <a:xfrm>
            <a:off x="265814" y="191386"/>
            <a:ext cx="9409814" cy="6464595"/>
          </a:xfrm>
          <a:prstGeom prst="rect">
            <a:avLst/>
          </a:prstGeom>
          <a:noFill/>
          <a:ln w="1270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BDB1E4C-ABEE-4687-A2D6-6188FBCCE681}"/>
              </a:ext>
            </a:extLst>
          </p:cNvPr>
          <p:cNvSpPr txBox="1"/>
          <p:nvPr/>
        </p:nvSpPr>
        <p:spPr>
          <a:xfrm>
            <a:off x="0" y="362310"/>
            <a:ext cx="9905999" cy="5709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AT" sz="19900" b="1" dirty="0"/>
              <a:t>ID</a:t>
            </a:r>
          </a:p>
          <a:p>
            <a:pPr algn="ctr"/>
            <a:r>
              <a:rPr lang="de-AT" sz="16600" b="1" dirty="0"/>
              <a:t>280 - 299</a:t>
            </a:r>
            <a:endParaRPr lang="de-AT" sz="19900" b="1" dirty="0"/>
          </a:p>
        </p:txBody>
      </p:sp>
    </p:spTree>
    <p:extLst>
      <p:ext uri="{BB962C8B-B14F-4D97-AF65-F5344CB8AC3E}">
        <p14:creationId xmlns:p14="http://schemas.microsoft.com/office/powerpoint/2010/main" val="11764481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8C74AAB0-481A-410D-B16C-BFB94CB9706D}"/>
              </a:ext>
            </a:extLst>
          </p:cNvPr>
          <p:cNvSpPr/>
          <p:nvPr/>
        </p:nvSpPr>
        <p:spPr>
          <a:xfrm>
            <a:off x="265814" y="191386"/>
            <a:ext cx="9409814" cy="6464595"/>
          </a:xfrm>
          <a:prstGeom prst="rect">
            <a:avLst/>
          </a:prstGeom>
          <a:noFill/>
          <a:ln w="1270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BDB1E4C-ABEE-4687-A2D6-6188FBCCE681}"/>
              </a:ext>
            </a:extLst>
          </p:cNvPr>
          <p:cNvSpPr txBox="1"/>
          <p:nvPr/>
        </p:nvSpPr>
        <p:spPr>
          <a:xfrm>
            <a:off x="0" y="362310"/>
            <a:ext cx="9905999" cy="5709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AT" sz="19900" b="1" dirty="0"/>
              <a:t>ID</a:t>
            </a:r>
          </a:p>
          <a:p>
            <a:pPr algn="ctr"/>
            <a:r>
              <a:rPr lang="de-AT" sz="16600" b="1" dirty="0"/>
              <a:t>300 - 319</a:t>
            </a:r>
            <a:endParaRPr lang="de-AT" sz="19900" b="1" dirty="0"/>
          </a:p>
        </p:txBody>
      </p:sp>
    </p:spTree>
    <p:extLst>
      <p:ext uri="{BB962C8B-B14F-4D97-AF65-F5344CB8AC3E}">
        <p14:creationId xmlns:p14="http://schemas.microsoft.com/office/powerpoint/2010/main" val="17562499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8C74AAB0-481A-410D-B16C-BFB94CB9706D}"/>
              </a:ext>
            </a:extLst>
          </p:cNvPr>
          <p:cNvSpPr/>
          <p:nvPr/>
        </p:nvSpPr>
        <p:spPr>
          <a:xfrm>
            <a:off x="265814" y="191386"/>
            <a:ext cx="9409814" cy="6464595"/>
          </a:xfrm>
          <a:prstGeom prst="rect">
            <a:avLst/>
          </a:prstGeom>
          <a:noFill/>
          <a:ln w="1270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BDB1E4C-ABEE-4687-A2D6-6188FBCCE681}"/>
              </a:ext>
            </a:extLst>
          </p:cNvPr>
          <p:cNvSpPr txBox="1"/>
          <p:nvPr/>
        </p:nvSpPr>
        <p:spPr>
          <a:xfrm>
            <a:off x="0" y="362310"/>
            <a:ext cx="9905999" cy="5709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AT" sz="19900" b="1" dirty="0"/>
              <a:t>ID</a:t>
            </a:r>
          </a:p>
          <a:p>
            <a:pPr algn="ctr"/>
            <a:r>
              <a:rPr lang="de-AT" sz="16600" b="1" dirty="0"/>
              <a:t>320 - 339</a:t>
            </a:r>
            <a:endParaRPr lang="de-AT" sz="19900" b="1" dirty="0"/>
          </a:p>
        </p:txBody>
      </p:sp>
    </p:spTree>
    <p:extLst>
      <p:ext uri="{BB962C8B-B14F-4D97-AF65-F5344CB8AC3E}">
        <p14:creationId xmlns:p14="http://schemas.microsoft.com/office/powerpoint/2010/main" val="30725949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8C74AAB0-481A-410D-B16C-BFB94CB9706D}"/>
              </a:ext>
            </a:extLst>
          </p:cNvPr>
          <p:cNvSpPr/>
          <p:nvPr/>
        </p:nvSpPr>
        <p:spPr>
          <a:xfrm>
            <a:off x="265814" y="191386"/>
            <a:ext cx="9409814" cy="6464595"/>
          </a:xfrm>
          <a:prstGeom prst="rect">
            <a:avLst/>
          </a:prstGeom>
          <a:noFill/>
          <a:ln w="1270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BDB1E4C-ABEE-4687-A2D6-6188FBCCE681}"/>
              </a:ext>
            </a:extLst>
          </p:cNvPr>
          <p:cNvSpPr txBox="1"/>
          <p:nvPr/>
        </p:nvSpPr>
        <p:spPr>
          <a:xfrm>
            <a:off x="0" y="362310"/>
            <a:ext cx="9905999" cy="5709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AT" sz="19900" b="1" dirty="0"/>
              <a:t>ID</a:t>
            </a:r>
          </a:p>
          <a:p>
            <a:pPr algn="ctr"/>
            <a:r>
              <a:rPr lang="de-AT" sz="16600" b="1" dirty="0"/>
              <a:t>340 - 359</a:t>
            </a:r>
            <a:endParaRPr lang="de-AT" sz="19900" b="1" dirty="0"/>
          </a:p>
        </p:txBody>
      </p:sp>
    </p:spTree>
    <p:extLst>
      <p:ext uri="{BB962C8B-B14F-4D97-AF65-F5344CB8AC3E}">
        <p14:creationId xmlns:p14="http://schemas.microsoft.com/office/powerpoint/2010/main" val="67830943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8C74AAB0-481A-410D-B16C-BFB94CB9706D}"/>
              </a:ext>
            </a:extLst>
          </p:cNvPr>
          <p:cNvSpPr/>
          <p:nvPr/>
        </p:nvSpPr>
        <p:spPr>
          <a:xfrm>
            <a:off x="265814" y="191386"/>
            <a:ext cx="9409814" cy="6464595"/>
          </a:xfrm>
          <a:prstGeom prst="rect">
            <a:avLst/>
          </a:prstGeom>
          <a:noFill/>
          <a:ln w="1270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BDB1E4C-ABEE-4687-A2D6-6188FBCCE681}"/>
              </a:ext>
            </a:extLst>
          </p:cNvPr>
          <p:cNvSpPr txBox="1"/>
          <p:nvPr/>
        </p:nvSpPr>
        <p:spPr>
          <a:xfrm>
            <a:off x="0" y="362310"/>
            <a:ext cx="9905999" cy="5709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AT" sz="19900" b="1" dirty="0"/>
              <a:t>ID</a:t>
            </a:r>
          </a:p>
          <a:p>
            <a:pPr algn="ctr"/>
            <a:r>
              <a:rPr lang="de-AT" sz="16600" b="1" dirty="0"/>
              <a:t>360 - 379</a:t>
            </a:r>
            <a:endParaRPr lang="de-AT" sz="19900" b="1" dirty="0"/>
          </a:p>
        </p:txBody>
      </p:sp>
    </p:spTree>
    <p:extLst>
      <p:ext uri="{BB962C8B-B14F-4D97-AF65-F5344CB8AC3E}">
        <p14:creationId xmlns:p14="http://schemas.microsoft.com/office/powerpoint/2010/main" val="20995971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8C74AAB0-481A-410D-B16C-BFB94CB9706D}"/>
              </a:ext>
            </a:extLst>
          </p:cNvPr>
          <p:cNvSpPr/>
          <p:nvPr/>
        </p:nvSpPr>
        <p:spPr>
          <a:xfrm>
            <a:off x="265814" y="191386"/>
            <a:ext cx="9409814" cy="6464595"/>
          </a:xfrm>
          <a:prstGeom prst="rect">
            <a:avLst/>
          </a:prstGeom>
          <a:noFill/>
          <a:ln w="1270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BDB1E4C-ABEE-4687-A2D6-6188FBCCE681}"/>
              </a:ext>
            </a:extLst>
          </p:cNvPr>
          <p:cNvSpPr txBox="1"/>
          <p:nvPr/>
        </p:nvSpPr>
        <p:spPr>
          <a:xfrm>
            <a:off x="0" y="362310"/>
            <a:ext cx="9905999" cy="5709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AT" sz="19900" b="1" dirty="0"/>
              <a:t>ID</a:t>
            </a:r>
          </a:p>
          <a:p>
            <a:pPr algn="ctr"/>
            <a:r>
              <a:rPr lang="de-AT" sz="16600" b="1" dirty="0"/>
              <a:t>380 - 399</a:t>
            </a:r>
            <a:endParaRPr lang="de-AT" sz="19900" b="1" dirty="0"/>
          </a:p>
        </p:txBody>
      </p:sp>
    </p:spTree>
    <p:extLst>
      <p:ext uri="{BB962C8B-B14F-4D97-AF65-F5344CB8AC3E}">
        <p14:creationId xmlns:p14="http://schemas.microsoft.com/office/powerpoint/2010/main" val="33459722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8C74AAB0-481A-410D-B16C-BFB94CB9706D}"/>
              </a:ext>
            </a:extLst>
          </p:cNvPr>
          <p:cNvSpPr/>
          <p:nvPr/>
        </p:nvSpPr>
        <p:spPr>
          <a:xfrm>
            <a:off x="265814" y="191386"/>
            <a:ext cx="9409814" cy="6464595"/>
          </a:xfrm>
          <a:prstGeom prst="rect">
            <a:avLst/>
          </a:prstGeom>
          <a:noFill/>
          <a:ln w="1270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BDB1E4C-ABEE-4687-A2D6-6188FBCCE681}"/>
              </a:ext>
            </a:extLst>
          </p:cNvPr>
          <p:cNvSpPr txBox="1"/>
          <p:nvPr/>
        </p:nvSpPr>
        <p:spPr>
          <a:xfrm>
            <a:off x="0" y="362310"/>
            <a:ext cx="9905999" cy="5709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AT" sz="19900" b="1" dirty="0"/>
              <a:t>ID</a:t>
            </a:r>
          </a:p>
          <a:p>
            <a:pPr algn="ctr"/>
            <a:r>
              <a:rPr lang="de-AT" sz="16600" b="1" dirty="0"/>
              <a:t>400 - 419</a:t>
            </a:r>
            <a:endParaRPr lang="de-AT" sz="19900" b="1" dirty="0"/>
          </a:p>
        </p:txBody>
      </p:sp>
    </p:spTree>
    <p:extLst>
      <p:ext uri="{BB962C8B-B14F-4D97-AF65-F5344CB8AC3E}">
        <p14:creationId xmlns:p14="http://schemas.microsoft.com/office/powerpoint/2010/main" val="371558218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8C74AAB0-481A-410D-B16C-BFB94CB9706D}"/>
              </a:ext>
            </a:extLst>
          </p:cNvPr>
          <p:cNvSpPr/>
          <p:nvPr/>
        </p:nvSpPr>
        <p:spPr>
          <a:xfrm>
            <a:off x="265814" y="191386"/>
            <a:ext cx="9409814" cy="6464595"/>
          </a:xfrm>
          <a:prstGeom prst="rect">
            <a:avLst/>
          </a:prstGeom>
          <a:noFill/>
          <a:ln w="1270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BDB1E4C-ABEE-4687-A2D6-6188FBCCE681}"/>
              </a:ext>
            </a:extLst>
          </p:cNvPr>
          <p:cNvSpPr txBox="1"/>
          <p:nvPr/>
        </p:nvSpPr>
        <p:spPr>
          <a:xfrm>
            <a:off x="0" y="362310"/>
            <a:ext cx="9905999" cy="5709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AT" sz="19900" b="1" dirty="0"/>
              <a:t>ID</a:t>
            </a:r>
          </a:p>
          <a:p>
            <a:pPr algn="ctr"/>
            <a:r>
              <a:rPr lang="de-AT" sz="16600" b="1" dirty="0"/>
              <a:t>420 - 439</a:t>
            </a:r>
            <a:endParaRPr lang="de-AT" sz="19900" b="1" dirty="0"/>
          </a:p>
        </p:txBody>
      </p:sp>
    </p:spTree>
    <p:extLst>
      <p:ext uri="{BB962C8B-B14F-4D97-AF65-F5344CB8AC3E}">
        <p14:creationId xmlns:p14="http://schemas.microsoft.com/office/powerpoint/2010/main" val="421019823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8C74AAB0-481A-410D-B16C-BFB94CB9706D}"/>
              </a:ext>
            </a:extLst>
          </p:cNvPr>
          <p:cNvSpPr/>
          <p:nvPr/>
        </p:nvSpPr>
        <p:spPr>
          <a:xfrm>
            <a:off x="265814" y="191386"/>
            <a:ext cx="9409814" cy="6464595"/>
          </a:xfrm>
          <a:prstGeom prst="rect">
            <a:avLst/>
          </a:prstGeom>
          <a:noFill/>
          <a:ln w="1270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BDB1E4C-ABEE-4687-A2D6-6188FBCCE681}"/>
              </a:ext>
            </a:extLst>
          </p:cNvPr>
          <p:cNvSpPr txBox="1"/>
          <p:nvPr/>
        </p:nvSpPr>
        <p:spPr>
          <a:xfrm>
            <a:off x="0" y="362310"/>
            <a:ext cx="9905999" cy="5709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AT" sz="19900" b="1" dirty="0"/>
              <a:t>ID</a:t>
            </a:r>
          </a:p>
          <a:p>
            <a:pPr algn="ctr"/>
            <a:r>
              <a:rPr lang="de-AT" sz="16600" b="1" dirty="0"/>
              <a:t>440 - 459</a:t>
            </a:r>
            <a:endParaRPr lang="de-AT" sz="19900" b="1" dirty="0"/>
          </a:p>
        </p:txBody>
      </p:sp>
    </p:spTree>
    <p:extLst>
      <p:ext uri="{BB962C8B-B14F-4D97-AF65-F5344CB8AC3E}">
        <p14:creationId xmlns:p14="http://schemas.microsoft.com/office/powerpoint/2010/main" val="64148074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8C74AAB0-481A-410D-B16C-BFB94CB9706D}"/>
              </a:ext>
            </a:extLst>
          </p:cNvPr>
          <p:cNvSpPr/>
          <p:nvPr/>
        </p:nvSpPr>
        <p:spPr>
          <a:xfrm>
            <a:off x="265814" y="191386"/>
            <a:ext cx="9409814" cy="6464595"/>
          </a:xfrm>
          <a:prstGeom prst="rect">
            <a:avLst/>
          </a:prstGeom>
          <a:noFill/>
          <a:ln w="1270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BDB1E4C-ABEE-4687-A2D6-6188FBCCE681}"/>
              </a:ext>
            </a:extLst>
          </p:cNvPr>
          <p:cNvSpPr txBox="1"/>
          <p:nvPr/>
        </p:nvSpPr>
        <p:spPr>
          <a:xfrm>
            <a:off x="0" y="362310"/>
            <a:ext cx="9905999" cy="5709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AT" sz="19900" b="1" dirty="0"/>
              <a:t>ID</a:t>
            </a:r>
          </a:p>
          <a:p>
            <a:pPr algn="ctr"/>
            <a:r>
              <a:rPr lang="de-AT" sz="16600" b="1" dirty="0"/>
              <a:t>460 - 479</a:t>
            </a:r>
            <a:endParaRPr lang="de-AT" sz="19900" b="1" dirty="0"/>
          </a:p>
        </p:txBody>
      </p:sp>
    </p:spTree>
    <p:extLst>
      <p:ext uri="{BB962C8B-B14F-4D97-AF65-F5344CB8AC3E}">
        <p14:creationId xmlns:p14="http://schemas.microsoft.com/office/powerpoint/2010/main" val="58682067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8C74AAB0-481A-410D-B16C-BFB94CB9706D}"/>
              </a:ext>
            </a:extLst>
          </p:cNvPr>
          <p:cNvSpPr/>
          <p:nvPr/>
        </p:nvSpPr>
        <p:spPr>
          <a:xfrm>
            <a:off x="265814" y="191386"/>
            <a:ext cx="9409814" cy="6464595"/>
          </a:xfrm>
          <a:prstGeom prst="rect">
            <a:avLst/>
          </a:prstGeom>
          <a:noFill/>
          <a:ln w="1270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BDB1E4C-ABEE-4687-A2D6-6188FBCCE681}"/>
              </a:ext>
            </a:extLst>
          </p:cNvPr>
          <p:cNvSpPr txBox="1"/>
          <p:nvPr/>
        </p:nvSpPr>
        <p:spPr>
          <a:xfrm>
            <a:off x="0" y="362310"/>
            <a:ext cx="9905999" cy="5709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AT" sz="19900" b="1" dirty="0"/>
              <a:t>ID</a:t>
            </a:r>
          </a:p>
          <a:p>
            <a:pPr algn="ctr"/>
            <a:r>
              <a:rPr lang="de-AT" sz="16600" b="1" dirty="0"/>
              <a:t>480 - 499</a:t>
            </a:r>
            <a:endParaRPr lang="de-AT" sz="19900" b="1" dirty="0"/>
          </a:p>
        </p:txBody>
      </p:sp>
    </p:spTree>
    <p:extLst>
      <p:ext uri="{BB962C8B-B14F-4D97-AF65-F5344CB8AC3E}">
        <p14:creationId xmlns:p14="http://schemas.microsoft.com/office/powerpoint/2010/main" val="9416158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8C74AAB0-481A-410D-B16C-BFB94CB9706D}"/>
              </a:ext>
            </a:extLst>
          </p:cNvPr>
          <p:cNvSpPr/>
          <p:nvPr/>
        </p:nvSpPr>
        <p:spPr>
          <a:xfrm>
            <a:off x="265814" y="191386"/>
            <a:ext cx="9409814" cy="6464595"/>
          </a:xfrm>
          <a:prstGeom prst="rect">
            <a:avLst/>
          </a:prstGeom>
          <a:noFill/>
          <a:ln w="1270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BDB1E4C-ABEE-4687-A2D6-6188FBCCE681}"/>
              </a:ext>
            </a:extLst>
          </p:cNvPr>
          <p:cNvSpPr txBox="1"/>
          <p:nvPr/>
        </p:nvSpPr>
        <p:spPr>
          <a:xfrm>
            <a:off x="0" y="362310"/>
            <a:ext cx="9905999" cy="5709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AT" sz="19900" b="1" dirty="0"/>
              <a:t>ID</a:t>
            </a:r>
          </a:p>
          <a:p>
            <a:pPr algn="ctr"/>
            <a:r>
              <a:rPr lang="de-AT" sz="16600" b="1"/>
              <a:t>ab 500</a:t>
            </a:r>
            <a:endParaRPr lang="de-AT" sz="19900" b="1" dirty="0"/>
          </a:p>
        </p:txBody>
      </p:sp>
    </p:spTree>
    <p:extLst>
      <p:ext uri="{BB962C8B-B14F-4D97-AF65-F5344CB8AC3E}">
        <p14:creationId xmlns:p14="http://schemas.microsoft.com/office/powerpoint/2010/main" val="32259339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0AFBE7267A267543B727E911F813E965" ma:contentTypeVersion="7" ma:contentTypeDescription="Ein neues Dokument erstellen." ma:contentTypeScope="" ma:versionID="363c7014d3b413d763f099b9f679aa70">
  <xsd:schema xmlns:xsd="http://www.w3.org/2001/XMLSchema" xmlns:xs="http://www.w3.org/2001/XMLSchema" xmlns:p="http://schemas.microsoft.com/office/2006/metadata/properties" xmlns:ns2="5e628b3f-b38c-48f4-8733-272641f99b14" targetNamespace="http://schemas.microsoft.com/office/2006/metadata/properties" ma:root="true" ma:fieldsID="42cae8211bfee65259dd7171e132c932" ns2:_="">
    <xsd:import namespace="5e628b3f-b38c-48f4-8733-272641f99b1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628b3f-b38c-48f4-8733-272641f99b1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3DB81CD8-63B6-4579-99B1-A621C924B57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e628b3f-b38c-48f4-8733-272641f99b1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2B55222-F127-4A21-9AB0-F27BDCA9606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CB9E904-5BAB-4A99-99DE-8C73F577B4C1}">
  <ds:schemaRefs>
    <ds:schemaRef ds:uri="http://purl.org/dc/terms/"/>
    <ds:schemaRef ds:uri="http://schemas.openxmlformats.org/package/2006/metadata/core-properties"/>
    <ds:schemaRef ds:uri="http://purl.org/dc/dcmitype/"/>
    <ds:schemaRef ds:uri="http://schemas.microsoft.com/office/infopath/2007/PartnerControls"/>
    <ds:schemaRef ds:uri="http://purl.org/dc/elements/1.1/"/>
    <ds:schemaRef ds:uri="http://schemas.microsoft.com/office/2006/documentManagement/types"/>
    <ds:schemaRef ds:uri="5e628b3f-b38c-48f4-8733-272641f99b14"/>
    <ds:schemaRef ds:uri="http://schemas.microsoft.com/office/2006/metadata/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112</Words>
  <Application>Microsoft Office PowerPoint</Application>
  <PresentationFormat>A4-Papier (210 x 297 mm)</PresentationFormat>
  <Paragraphs>58</Paragraphs>
  <Slides>30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30</vt:i4>
      </vt:variant>
    </vt:vector>
  </HeadingPairs>
  <TitlesOfParts>
    <vt:vector size="34" baseType="lpstr">
      <vt:lpstr>Arial</vt:lpstr>
      <vt:lpstr>Calibri</vt:lpstr>
      <vt:lpstr>Calibri Light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Feuerwehr Wallern</dc:creator>
  <cp:lastModifiedBy>Stefan Schneebauer</cp:lastModifiedBy>
  <cp:revision>20</cp:revision>
  <cp:lastPrinted>2020-09-26T05:08:37Z</cp:lastPrinted>
  <dcterms:created xsi:type="dcterms:W3CDTF">2020-09-22T17:14:06Z</dcterms:created>
  <dcterms:modified xsi:type="dcterms:W3CDTF">2026-03-22T12:21:40Z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0x0101000AFBE7267A267543B727E911F813E965</vt:lpwstr>
  </property>
</Properties>
</file>